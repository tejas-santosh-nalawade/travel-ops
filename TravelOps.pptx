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" charset="1" panose="00000000000000000000"/>
      <p:regular r:id="rId13"/>
    </p:embeddedFont>
    <p:embeddedFont>
      <p:font typeface="TT Octosquares Compressed" charset="1" panose="02010001040000080307"/>
      <p:regular r:id="rId14"/>
    </p:embeddedFont>
    <p:embeddedFont>
      <p:font typeface="Open Sans Bold" charset="1" panose="00000000000000000000"/>
      <p:regular r:id="rId15"/>
    </p:embeddedFont>
    <p:embeddedFont>
      <p:font typeface="Glacial Indifference" charset="1" panose="00000000000000000000"/>
      <p:regular r:id="rId16"/>
    </p:embeddedFont>
    <p:embeddedFont>
      <p:font typeface="Archivo Black" charset="1" panose="020B0A03020202020B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jpe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17" Target="../media/image23.png" Type="http://schemas.openxmlformats.org/officeDocument/2006/relationships/image"/><Relationship Id="rId18" Target="../media/image24.svg" Type="http://schemas.openxmlformats.org/officeDocument/2006/relationships/image"/><Relationship Id="rId19" Target="../media/image25.png" Type="http://schemas.openxmlformats.org/officeDocument/2006/relationships/image"/><Relationship Id="rId2" Target="../media/image1.png" Type="http://schemas.openxmlformats.org/officeDocument/2006/relationships/image"/><Relationship Id="rId20" Target="../media/image26.png" Type="http://schemas.openxmlformats.org/officeDocument/2006/relationships/image"/><Relationship Id="rId21" Target="../media/image27.png" Type="http://schemas.openxmlformats.org/officeDocument/2006/relationships/image"/><Relationship Id="rId22" Target="../media/image28.svg" Type="http://schemas.openxmlformats.org/officeDocument/2006/relationships/image"/><Relationship Id="rId23" Target="../media/image29.png" Type="http://schemas.openxmlformats.org/officeDocument/2006/relationships/image"/><Relationship Id="rId24" Target="../media/image30.svg" Type="http://schemas.openxmlformats.org/officeDocument/2006/relationships/image"/><Relationship Id="rId25" Target="../media/image31.png" Type="http://schemas.openxmlformats.org/officeDocument/2006/relationships/image"/><Relationship Id="rId26" Target="../media/image32.svg" Type="http://schemas.openxmlformats.org/officeDocument/2006/relationships/image"/><Relationship Id="rId27" Target="../media/image33.png" Type="http://schemas.openxmlformats.org/officeDocument/2006/relationships/image"/><Relationship Id="rId28" Target="../media/image34.svg" Type="http://schemas.openxmlformats.org/officeDocument/2006/relationships/image"/><Relationship Id="rId29" Target="../media/image35.png" Type="http://schemas.openxmlformats.org/officeDocument/2006/relationships/image"/><Relationship Id="rId3" Target="../media/image6.png" Type="http://schemas.openxmlformats.org/officeDocument/2006/relationships/image"/><Relationship Id="rId30" Target="../media/image36.svg" Type="http://schemas.openxmlformats.org/officeDocument/2006/relationships/image"/><Relationship Id="rId31" Target="../media/image37.png" Type="http://schemas.openxmlformats.org/officeDocument/2006/relationships/image"/><Relationship Id="rId32" Target="../media/image38.svg" Type="http://schemas.openxmlformats.org/officeDocument/2006/relationships/image"/><Relationship Id="rId33" Target="../media/image39.png" Type="http://schemas.openxmlformats.org/officeDocument/2006/relationships/image"/><Relationship Id="rId34" Target="../media/image40.svg" Type="http://schemas.openxmlformats.org/officeDocument/2006/relationships/image"/><Relationship Id="rId35" Target="../media/image41.png" Type="http://schemas.openxmlformats.org/officeDocument/2006/relationships/image"/><Relationship Id="rId36" Target="../media/image42.png" Type="http://schemas.openxmlformats.org/officeDocument/2006/relationships/image"/><Relationship Id="rId37" Target="../media/image43.svg" Type="http://schemas.openxmlformats.org/officeDocument/2006/relationships/image"/><Relationship Id="rId4" Target="../media/image7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13" Target="../media/image48.png" Type="http://schemas.openxmlformats.org/officeDocument/2006/relationships/image"/><Relationship Id="rId14" Target="../media/image49.svg" Type="http://schemas.openxmlformats.org/officeDocument/2006/relationships/image"/><Relationship Id="rId15" Target="../media/image50.png" Type="http://schemas.openxmlformats.org/officeDocument/2006/relationships/image"/><Relationship Id="rId16" Target="../media/image51.png" Type="http://schemas.openxmlformats.org/officeDocument/2006/relationships/image"/><Relationship Id="rId17" Target="../media/image31.png" Type="http://schemas.openxmlformats.org/officeDocument/2006/relationships/image"/><Relationship Id="rId18" Target="../media/image32.svg" Type="http://schemas.openxmlformats.org/officeDocument/2006/relationships/image"/><Relationship Id="rId19" Target="../media/image52.png" Type="http://schemas.openxmlformats.org/officeDocument/2006/relationships/image"/><Relationship Id="rId2" Target="../media/image1.png" Type="http://schemas.openxmlformats.org/officeDocument/2006/relationships/image"/><Relationship Id="rId20" Target="../media/image53.png" Type="http://schemas.openxmlformats.org/officeDocument/2006/relationships/image"/><Relationship Id="rId21" Target="../media/image54.svg" Type="http://schemas.openxmlformats.org/officeDocument/2006/relationships/image"/><Relationship Id="rId22" Target="../media/image55.png" Type="http://schemas.openxmlformats.org/officeDocument/2006/relationships/image"/><Relationship Id="rId23" Target="../media/image56.svg" Type="http://schemas.openxmlformats.org/officeDocument/2006/relationships/image"/><Relationship Id="rId24" Target="../media/image57.png" Type="http://schemas.openxmlformats.org/officeDocument/2006/relationships/image"/><Relationship Id="rId25" Target="../media/image58.svg" Type="http://schemas.openxmlformats.org/officeDocument/2006/relationships/image"/><Relationship Id="rId26" Target="../media/image59.png" Type="http://schemas.openxmlformats.org/officeDocument/2006/relationships/image"/><Relationship Id="rId27" Target="../media/image60.png" Type="http://schemas.openxmlformats.org/officeDocument/2006/relationships/image"/><Relationship Id="rId28" Target="../media/image61.png" Type="http://schemas.openxmlformats.org/officeDocument/2006/relationships/image"/><Relationship Id="rId29" Target="../media/image62.png" Type="http://schemas.openxmlformats.org/officeDocument/2006/relationships/image"/><Relationship Id="rId3" Target="../media/image2.png" Type="http://schemas.openxmlformats.org/officeDocument/2006/relationships/image"/><Relationship Id="rId30" Target="../media/image63.svg" Type="http://schemas.openxmlformats.org/officeDocument/2006/relationships/image"/><Relationship Id="rId31" Target="../media/image64.png" Type="http://schemas.openxmlformats.org/officeDocument/2006/relationships/image"/><Relationship Id="rId32" Target="../media/image65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70.png" Type="http://schemas.openxmlformats.org/officeDocument/2006/relationships/image"/><Relationship Id="rId19" Target="../media/image71.png" Type="http://schemas.openxmlformats.org/officeDocument/2006/relationships/image"/><Relationship Id="rId2" Target="../media/image1.png" Type="http://schemas.openxmlformats.org/officeDocument/2006/relationships/image"/><Relationship Id="rId20" Target="../media/image72.svg" Type="http://schemas.openxmlformats.org/officeDocument/2006/relationships/image"/><Relationship Id="rId21" Target="../media/image73.pn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76.png" Type="http://schemas.openxmlformats.org/officeDocument/2006/relationships/image"/><Relationship Id="rId25" Target="../media/image77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80.png" Type="http://schemas.openxmlformats.org/officeDocument/2006/relationships/image"/><Relationship Id="rId29" Target="../media/image81.svg" Type="http://schemas.openxmlformats.org/officeDocument/2006/relationships/image"/><Relationship Id="rId3" Target="../media/image2.png" Type="http://schemas.openxmlformats.org/officeDocument/2006/relationships/image"/><Relationship Id="rId30" Target="../media/image82.png" Type="http://schemas.openxmlformats.org/officeDocument/2006/relationships/image"/><Relationship Id="rId31" Target="../media/image83.svg" Type="http://schemas.openxmlformats.org/officeDocument/2006/relationships/image"/><Relationship Id="rId32" Target="../media/image84.png" Type="http://schemas.openxmlformats.org/officeDocument/2006/relationships/image"/><Relationship Id="rId33" Target="../media/image85.png" Type="http://schemas.openxmlformats.org/officeDocument/2006/relationships/image"/><Relationship Id="rId34" Target="../media/image86.png" Type="http://schemas.openxmlformats.org/officeDocument/2006/relationships/image"/><Relationship Id="rId35" Target="../media/image87.svg" Type="http://schemas.openxmlformats.org/officeDocument/2006/relationships/image"/><Relationship Id="rId36" Target="../media/image88.png" Type="http://schemas.openxmlformats.org/officeDocument/2006/relationships/image"/><Relationship Id="rId37" Target="../media/image89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90.png" Type="http://schemas.openxmlformats.org/officeDocument/2006/relationships/image"/><Relationship Id="rId17" Target="../media/image91.svg" Type="http://schemas.openxmlformats.org/officeDocument/2006/relationships/image"/><Relationship Id="rId18" Target="../media/image92.png" Type="http://schemas.openxmlformats.org/officeDocument/2006/relationships/image"/><Relationship Id="rId19" Target="../media/image93.svg" Type="http://schemas.openxmlformats.org/officeDocument/2006/relationships/image"/><Relationship Id="rId2" Target="../media/image1.png" Type="http://schemas.openxmlformats.org/officeDocument/2006/relationships/image"/><Relationship Id="rId20" Target="../media/image94.png" Type="http://schemas.openxmlformats.org/officeDocument/2006/relationships/image"/><Relationship Id="rId21" Target="../media/image95.svg" Type="http://schemas.openxmlformats.org/officeDocument/2006/relationships/image"/><Relationship Id="rId22" Target="../media/image96.png" Type="http://schemas.openxmlformats.org/officeDocument/2006/relationships/image"/><Relationship Id="rId23" Target="../media/image97.png" Type="http://schemas.openxmlformats.org/officeDocument/2006/relationships/image"/><Relationship Id="rId24" Target="../media/image98.svg" Type="http://schemas.openxmlformats.org/officeDocument/2006/relationships/image"/><Relationship Id="rId25" Target="../media/image99.png" Type="http://schemas.openxmlformats.org/officeDocument/2006/relationships/image"/><Relationship Id="rId26" Target="../media/image100.svg" Type="http://schemas.openxmlformats.org/officeDocument/2006/relationships/image"/><Relationship Id="rId27" Target="../media/image101.png" Type="http://schemas.openxmlformats.org/officeDocument/2006/relationships/image"/><Relationship Id="rId28" Target="../media/image102.svg" Type="http://schemas.openxmlformats.org/officeDocument/2006/relationships/image"/><Relationship Id="rId29" Target="../media/image103.png" Type="http://schemas.openxmlformats.org/officeDocument/2006/relationships/image"/><Relationship Id="rId3" Target="../media/image2.png" Type="http://schemas.openxmlformats.org/officeDocument/2006/relationships/image"/><Relationship Id="rId30" Target="../media/image104.svg" Type="http://schemas.openxmlformats.org/officeDocument/2006/relationships/image"/><Relationship Id="rId31" Target="../media/image105.png" Type="http://schemas.openxmlformats.org/officeDocument/2006/relationships/image"/><Relationship Id="rId32" Target="../media/image106.sv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0.jpeg" Type="http://schemas.openxmlformats.org/officeDocument/2006/relationships/image"/><Relationship Id="rId11" Target="../media/image111.jpeg" Type="http://schemas.openxmlformats.org/officeDocument/2006/relationships/image"/><Relationship Id="rId12" Target="../media/image112.jpeg" Type="http://schemas.openxmlformats.org/officeDocument/2006/relationships/image"/><Relationship Id="rId13" Target="../media/image113.jpeg" Type="http://schemas.openxmlformats.org/officeDocument/2006/relationships/image"/><Relationship Id="rId14" Target="../media/image114.jpeg" Type="http://schemas.openxmlformats.org/officeDocument/2006/relationships/image"/><Relationship Id="rId15" Target="../media/image115.jpeg" Type="http://schemas.openxmlformats.org/officeDocument/2006/relationships/image"/><Relationship Id="rId16" Target="../media/image116.jpeg" Type="http://schemas.openxmlformats.org/officeDocument/2006/relationships/image"/><Relationship Id="rId17" Target="../media/image117.jpeg" Type="http://schemas.openxmlformats.org/officeDocument/2006/relationships/image"/><Relationship Id="rId18" Target="../media/image9.png" Type="http://schemas.openxmlformats.org/officeDocument/2006/relationships/image"/><Relationship Id="rId19" Target="../media/image10.svg" Type="http://schemas.openxmlformats.org/officeDocument/2006/relationships/image"/><Relationship Id="rId2" Target="../media/image1.png" Type="http://schemas.openxmlformats.org/officeDocument/2006/relationships/image"/><Relationship Id="rId20" Target="../media/image118.png" Type="http://schemas.openxmlformats.org/officeDocument/2006/relationships/image"/><Relationship Id="rId21" Target="../media/image119.svg" Type="http://schemas.openxmlformats.org/officeDocument/2006/relationships/image"/><Relationship Id="rId22" Target="../media/image120.png" Type="http://schemas.openxmlformats.org/officeDocument/2006/relationships/image"/><Relationship Id="rId23" Target="../media/image121.svg" Type="http://schemas.openxmlformats.org/officeDocument/2006/relationships/image"/><Relationship Id="rId24" Target="../media/image122.jpeg" Type="http://schemas.openxmlformats.org/officeDocument/2006/relationships/image"/><Relationship Id="rId25" Target="../media/image123.jpeg" Type="http://schemas.openxmlformats.org/officeDocument/2006/relationships/image"/><Relationship Id="rId26" Target="../media/image124.jpeg" Type="http://schemas.openxmlformats.org/officeDocument/2006/relationships/image"/><Relationship Id="rId27" Target="../media/image125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07.jpeg" Type="http://schemas.openxmlformats.org/officeDocument/2006/relationships/image"/><Relationship Id="rId8" Target="../media/image108.jpeg" Type="http://schemas.openxmlformats.org/officeDocument/2006/relationships/image"/><Relationship Id="rId9" Target="../media/image10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24710" y="458184"/>
            <a:ext cx="306065" cy="336000"/>
          </a:xfrm>
          <a:custGeom>
            <a:avLst/>
            <a:gdLst/>
            <a:ahLst/>
            <a:cxnLst/>
            <a:rect r="r" b="b" t="t" l="l"/>
            <a:pathLst>
              <a:path h="336000" w="306065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972" y="439904"/>
            <a:ext cx="253149" cy="354280"/>
          </a:xfrm>
          <a:custGeom>
            <a:avLst/>
            <a:gdLst/>
            <a:ahLst/>
            <a:cxnLst/>
            <a:rect r="r" b="b" t="t" l="l"/>
            <a:pathLst>
              <a:path h="354280" w="253149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43386" y="4189844"/>
            <a:ext cx="1218296" cy="1907312"/>
          </a:xfrm>
          <a:custGeom>
            <a:avLst/>
            <a:gdLst/>
            <a:ahLst/>
            <a:cxnLst/>
            <a:rect r="r" b="b" t="t" l="l"/>
            <a:pathLst>
              <a:path h="1907312" w="1218296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17119" y="318902"/>
            <a:ext cx="3452533" cy="54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4"/>
              </a:lnSpc>
              <a:spcBef>
                <a:spcPct val="0"/>
              </a:spcBef>
            </a:pPr>
            <a:r>
              <a:rPr lang="en-US" sz="32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Team MeltDown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80731" y="3427420"/>
            <a:ext cx="10164638" cy="308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6"/>
              </a:lnSpc>
              <a:spcBef>
                <a:spcPct val="0"/>
              </a:spcBef>
            </a:pPr>
            <a:r>
              <a:rPr lang="en-US" sz="18068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TRAVEL OPS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105520" y="4471286"/>
            <a:ext cx="858754" cy="1344429"/>
          </a:xfrm>
          <a:custGeom>
            <a:avLst/>
            <a:gdLst/>
            <a:ahLst/>
            <a:cxnLst/>
            <a:rect r="r" b="b" t="t" l="l"/>
            <a:pathLst>
              <a:path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0081" y="4650573"/>
            <a:ext cx="629715" cy="985855"/>
          </a:xfrm>
          <a:custGeom>
            <a:avLst/>
            <a:gdLst/>
            <a:ahLst/>
            <a:cxnLst/>
            <a:rect r="r" b="b" t="t" l="l"/>
            <a:pathLst>
              <a:path h="985855" w="629715">
                <a:moveTo>
                  <a:pt x="0" y="0"/>
                </a:moveTo>
                <a:lnTo>
                  <a:pt x="629714" y="0"/>
                </a:lnTo>
                <a:lnTo>
                  <a:pt x="629714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4226319" y="4189844"/>
            <a:ext cx="1218296" cy="1907312"/>
          </a:xfrm>
          <a:custGeom>
            <a:avLst/>
            <a:gdLst/>
            <a:ahLst/>
            <a:cxnLst/>
            <a:rect r="r" b="b" t="t" l="l"/>
            <a:pathLst>
              <a:path h="1907312" w="1218296">
                <a:moveTo>
                  <a:pt x="0" y="0"/>
                </a:moveTo>
                <a:lnTo>
                  <a:pt x="1218295" y="0"/>
                </a:lnTo>
                <a:lnTo>
                  <a:pt x="1218295" y="1907312"/>
                </a:lnTo>
                <a:lnTo>
                  <a:pt x="0" y="1907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5323726" y="4471286"/>
            <a:ext cx="858754" cy="1344429"/>
          </a:xfrm>
          <a:custGeom>
            <a:avLst/>
            <a:gdLst/>
            <a:ahLst/>
            <a:cxnLst/>
            <a:rect r="r" b="b" t="t" l="l"/>
            <a:pathLst>
              <a:path h="1344429" w="858754">
                <a:moveTo>
                  <a:pt x="0" y="0"/>
                </a:moveTo>
                <a:lnTo>
                  <a:pt x="858754" y="0"/>
                </a:lnTo>
                <a:lnTo>
                  <a:pt x="858754" y="1344428"/>
                </a:lnTo>
                <a:lnTo>
                  <a:pt x="0" y="134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6268205" y="4650573"/>
            <a:ext cx="629715" cy="985855"/>
          </a:xfrm>
          <a:custGeom>
            <a:avLst/>
            <a:gdLst/>
            <a:ahLst/>
            <a:cxnLst/>
            <a:rect r="r" b="b" t="t" l="l"/>
            <a:pathLst>
              <a:path h="985855" w="629715">
                <a:moveTo>
                  <a:pt x="0" y="0"/>
                </a:moveTo>
                <a:lnTo>
                  <a:pt x="629714" y="0"/>
                </a:lnTo>
                <a:lnTo>
                  <a:pt x="629714" y="985854"/>
                </a:lnTo>
                <a:lnTo>
                  <a:pt x="0" y="9858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32726" y="458184"/>
            <a:ext cx="253149" cy="354280"/>
          </a:xfrm>
          <a:custGeom>
            <a:avLst/>
            <a:gdLst/>
            <a:ahLst/>
            <a:cxnLst/>
            <a:rect r="r" b="b" t="t" l="l"/>
            <a:pathLst>
              <a:path h="354280" w="253149">
                <a:moveTo>
                  <a:pt x="0" y="0"/>
                </a:moveTo>
                <a:lnTo>
                  <a:pt x="253148" y="0"/>
                </a:lnTo>
                <a:lnTo>
                  <a:pt x="253148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6140" y="5369868"/>
            <a:ext cx="3310410" cy="4917132"/>
            <a:chOff x="0" y="0"/>
            <a:chExt cx="4275074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solidFill>
              <a:srgbClr val="12F1FF">
                <a:alpha val="86667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655741" y="0"/>
            <a:ext cx="3310410" cy="4917132"/>
            <a:chOff x="0" y="0"/>
            <a:chExt cx="4275074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solidFill>
              <a:srgbClr val="12F1FF">
                <a:alpha val="8980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1488" y="0"/>
            <a:ext cx="6838545" cy="10287000"/>
            <a:chOff x="0" y="0"/>
            <a:chExt cx="4221324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2132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21324">
                  <a:moveTo>
                    <a:pt x="4221324" y="0"/>
                  </a:moveTo>
                  <a:lnTo>
                    <a:pt x="2702315" y="6350000"/>
                  </a:lnTo>
                  <a:lnTo>
                    <a:pt x="0" y="6350000"/>
                  </a:lnTo>
                  <a:lnTo>
                    <a:pt x="1501328" y="0"/>
                  </a:lnTo>
                  <a:lnTo>
                    <a:pt x="4221324" y="0"/>
                  </a:lnTo>
                  <a:close/>
                </a:path>
              </a:pathLst>
            </a:custGeom>
            <a:blipFill>
              <a:blip r:embed="rId5"/>
              <a:stretch>
                <a:fillRect l="0" t="-24314" r="0" b="-24314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49877" y="2247308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14997" y="2247308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80118" y="2247308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8" y="0"/>
                </a:lnTo>
                <a:lnTo>
                  <a:pt x="355358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6360938">
            <a:off x="979101" y="2412968"/>
            <a:ext cx="2160310" cy="2410082"/>
          </a:xfrm>
          <a:custGeom>
            <a:avLst/>
            <a:gdLst/>
            <a:ahLst/>
            <a:cxnLst/>
            <a:rect r="r" b="b" t="t" l="l"/>
            <a:pathLst>
              <a:path h="2410082" w="2160310">
                <a:moveTo>
                  <a:pt x="0" y="0"/>
                </a:moveTo>
                <a:lnTo>
                  <a:pt x="2160310" y="0"/>
                </a:lnTo>
                <a:lnTo>
                  <a:pt x="2160310" y="2410082"/>
                </a:lnTo>
                <a:lnTo>
                  <a:pt x="0" y="24100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621773" y="420084"/>
            <a:ext cx="2637527" cy="40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8"/>
              </a:lnSpc>
              <a:spcBef>
                <a:spcPct val="0"/>
              </a:spcBef>
            </a:pPr>
            <a:r>
              <a:rPr lang="en-US" sz="246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6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eam meltdown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20032" y="2632193"/>
            <a:ext cx="7597705" cy="147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5"/>
              </a:lnSpc>
              <a:spcBef>
                <a:spcPct val="0"/>
              </a:spcBef>
            </a:pPr>
            <a:r>
              <a:rPr lang="en-US" sz="8560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PROBLEM STATEMENT: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20032" y="4345074"/>
            <a:ext cx="9440800" cy="291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End-to-End Travel Journey Management Ecosystem Problem</a:t>
            </a: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Definition Design and develop a centralized, resilient travel management platform that treats an entire multi-city trip as a single, connected unit rather than a collection of fragmented bookings. Currently, travel agents struggle with "distributed failures"—where a hotel confirms but a flight fails—leading to inconsistent customer experiences and manual recovery.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338" y="1851068"/>
            <a:ext cx="9440800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our proposed solution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002121" y="715644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37469" y="728515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52045" y="728515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60869" y="1413280"/>
            <a:ext cx="17723956" cy="8357323"/>
            <a:chOff x="0" y="0"/>
            <a:chExt cx="21255583" cy="100226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55583" cy="10022684"/>
            </a:xfrm>
            <a:custGeom>
              <a:avLst/>
              <a:gdLst/>
              <a:ahLst/>
              <a:cxnLst/>
              <a:rect r="r" b="b" t="t" l="l"/>
              <a:pathLst>
                <a:path h="10022684" w="21255583">
                  <a:moveTo>
                    <a:pt x="21255583" y="43681"/>
                  </a:moveTo>
                  <a:lnTo>
                    <a:pt x="21255583" y="9979004"/>
                  </a:lnTo>
                  <a:cubicBezTo>
                    <a:pt x="21255583" y="10003128"/>
                    <a:pt x="21236026" y="10022684"/>
                    <a:pt x="21211902" y="10022684"/>
                  </a:cubicBezTo>
                  <a:lnTo>
                    <a:pt x="43681" y="10022684"/>
                  </a:lnTo>
                  <a:cubicBezTo>
                    <a:pt x="19556" y="10022684"/>
                    <a:pt x="0" y="10003128"/>
                    <a:pt x="0" y="9979004"/>
                  </a:cubicBezTo>
                  <a:lnTo>
                    <a:pt x="0" y="43681"/>
                  </a:lnTo>
                  <a:cubicBezTo>
                    <a:pt x="0" y="19556"/>
                    <a:pt x="19556" y="0"/>
                    <a:pt x="43681" y="0"/>
                  </a:cubicBezTo>
                  <a:lnTo>
                    <a:pt x="21211902" y="0"/>
                  </a:lnTo>
                  <a:cubicBezTo>
                    <a:pt x="21236026" y="0"/>
                    <a:pt x="21255583" y="19556"/>
                    <a:pt x="21255583" y="43681"/>
                  </a:cubicBezTo>
                  <a:close/>
                </a:path>
              </a:pathLst>
            </a:custGeom>
            <a:solidFill>
              <a:srgbClr val="12F1FF">
                <a:alpha val="9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255583" cy="1007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42105" y="3952553"/>
            <a:ext cx="2396672" cy="2396672"/>
          </a:xfrm>
          <a:custGeom>
            <a:avLst/>
            <a:gdLst/>
            <a:ahLst/>
            <a:cxnLst/>
            <a:rect r="r" b="b" t="t" l="l"/>
            <a:pathLst>
              <a:path h="2396672" w="2396672">
                <a:moveTo>
                  <a:pt x="0" y="0"/>
                </a:moveTo>
                <a:lnTo>
                  <a:pt x="2396672" y="0"/>
                </a:lnTo>
                <a:lnTo>
                  <a:pt x="2396672" y="2396672"/>
                </a:lnTo>
                <a:lnTo>
                  <a:pt x="0" y="23966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43652" y="1808098"/>
            <a:ext cx="2396672" cy="2396672"/>
          </a:xfrm>
          <a:custGeom>
            <a:avLst/>
            <a:gdLst/>
            <a:ahLst/>
            <a:cxnLst/>
            <a:rect r="r" b="b" t="t" l="l"/>
            <a:pathLst>
              <a:path h="2396672" w="2396672">
                <a:moveTo>
                  <a:pt x="0" y="0"/>
                </a:moveTo>
                <a:lnTo>
                  <a:pt x="2396672" y="0"/>
                </a:lnTo>
                <a:lnTo>
                  <a:pt x="2396672" y="2396672"/>
                </a:lnTo>
                <a:lnTo>
                  <a:pt x="0" y="23966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874319" y="4320519"/>
            <a:ext cx="2396672" cy="2396672"/>
          </a:xfrm>
          <a:custGeom>
            <a:avLst/>
            <a:gdLst/>
            <a:ahLst/>
            <a:cxnLst/>
            <a:rect r="r" b="b" t="t" l="l"/>
            <a:pathLst>
              <a:path h="2396672" w="2396672">
                <a:moveTo>
                  <a:pt x="0" y="0"/>
                </a:moveTo>
                <a:lnTo>
                  <a:pt x="2396672" y="0"/>
                </a:lnTo>
                <a:lnTo>
                  <a:pt x="2396672" y="2396673"/>
                </a:lnTo>
                <a:lnTo>
                  <a:pt x="0" y="2396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829427">
            <a:off x="4050736" y="7186428"/>
            <a:ext cx="2396672" cy="2396672"/>
          </a:xfrm>
          <a:custGeom>
            <a:avLst/>
            <a:gdLst/>
            <a:ahLst/>
            <a:cxnLst/>
            <a:rect r="r" b="b" t="t" l="l"/>
            <a:pathLst>
              <a:path h="2396672" w="2396672">
                <a:moveTo>
                  <a:pt x="0" y="0"/>
                </a:moveTo>
                <a:lnTo>
                  <a:pt x="2396672" y="0"/>
                </a:lnTo>
                <a:lnTo>
                  <a:pt x="2396672" y="2396672"/>
                </a:lnTo>
                <a:lnTo>
                  <a:pt x="0" y="23966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35767" y="2259659"/>
            <a:ext cx="751411" cy="1167446"/>
          </a:xfrm>
          <a:custGeom>
            <a:avLst/>
            <a:gdLst/>
            <a:ahLst/>
            <a:cxnLst/>
            <a:rect r="r" b="b" t="t" l="l"/>
            <a:pathLst>
              <a:path h="1167446" w="751411">
                <a:moveTo>
                  <a:pt x="0" y="0"/>
                </a:moveTo>
                <a:lnTo>
                  <a:pt x="751410" y="0"/>
                </a:lnTo>
                <a:lnTo>
                  <a:pt x="751410" y="1167446"/>
                </a:lnTo>
                <a:lnTo>
                  <a:pt x="0" y="11674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392673" y="4683626"/>
            <a:ext cx="1037597" cy="1365260"/>
          </a:xfrm>
          <a:custGeom>
            <a:avLst/>
            <a:gdLst/>
            <a:ahLst/>
            <a:cxnLst/>
            <a:rect r="r" b="b" t="t" l="l"/>
            <a:pathLst>
              <a:path h="1365260" w="1037597">
                <a:moveTo>
                  <a:pt x="0" y="0"/>
                </a:moveTo>
                <a:lnTo>
                  <a:pt x="1037598" y="0"/>
                </a:lnTo>
                <a:lnTo>
                  <a:pt x="1037598" y="1365259"/>
                </a:lnTo>
                <a:lnTo>
                  <a:pt x="0" y="13652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407999" y="7565006"/>
            <a:ext cx="1319685" cy="1319685"/>
          </a:xfrm>
          <a:custGeom>
            <a:avLst/>
            <a:gdLst/>
            <a:ahLst/>
            <a:cxnLst/>
            <a:rect r="r" b="b" t="t" l="l"/>
            <a:pathLst>
              <a:path h="1319685" w="1319685">
                <a:moveTo>
                  <a:pt x="0" y="0"/>
                </a:moveTo>
                <a:lnTo>
                  <a:pt x="1319685" y="0"/>
                </a:lnTo>
                <a:lnTo>
                  <a:pt x="1319685" y="1319686"/>
                </a:lnTo>
                <a:lnTo>
                  <a:pt x="0" y="13196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594922" y="3427105"/>
            <a:ext cx="2396672" cy="2396672"/>
          </a:xfrm>
          <a:custGeom>
            <a:avLst/>
            <a:gdLst/>
            <a:ahLst/>
            <a:cxnLst/>
            <a:rect r="r" b="b" t="t" l="l"/>
            <a:pathLst>
              <a:path h="2396672" w="2396672">
                <a:moveTo>
                  <a:pt x="0" y="0"/>
                </a:moveTo>
                <a:lnTo>
                  <a:pt x="2396673" y="0"/>
                </a:lnTo>
                <a:lnTo>
                  <a:pt x="2396673" y="2396673"/>
                </a:lnTo>
                <a:lnTo>
                  <a:pt x="0" y="2396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642209" y="5421731"/>
            <a:ext cx="2396672" cy="2396672"/>
          </a:xfrm>
          <a:custGeom>
            <a:avLst/>
            <a:gdLst/>
            <a:ahLst/>
            <a:cxnLst/>
            <a:rect r="r" b="b" t="t" l="l"/>
            <a:pathLst>
              <a:path h="2396672" w="2396672">
                <a:moveTo>
                  <a:pt x="0" y="0"/>
                </a:moveTo>
                <a:lnTo>
                  <a:pt x="2396673" y="0"/>
                </a:lnTo>
                <a:lnTo>
                  <a:pt x="2396673" y="2396672"/>
                </a:lnTo>
                <a:lnTo>
                  <a:pt x="0" y="23966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04541" y="3877053"/>
            <a:ext cx="1255419" cy="1428930"/>
          </a:xfrm>
          <a:custGeom>
            <a:avLst/>
            <a:gdLst/>
            <a:ahLst/>
            <a:cxnLst/>
            <a:rect r="r" b="b" t="t" l="l"/>
            <a:pathLst>
              <a:path h="1428930" w="1255419">
                <a:moveTo>
                  <a:pt x="0" y="0"/>
                </a:moveTo>
                <a:lnTo>
                  <a:pt x="1255419" y="0"/>
                </a:lnTo>
                <a:lnTo>
                  <a:pt x="1255419" y="1428930"/>
                </a:lnTo>
                <a:lnTo>
                  <a:pt x="0" y="14289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915550" y="5722054"/>
            <a:ext cx="1505419" cy="1510913"/>
          </a:xfrm>
          <a:custGeom>
            <a:avLst/>
            <a:gdLst/>
            <a:ahLst/>
            <a:cxnLst/>
            <a:rect r="r" b="b" t="t" l="l"/>
            <a:pathLst>
              <a:path h="1510913" w="1505419">
                <a:moveTo>
                  <a:pt x="0" y="0"/>
                </a:moveTo>
                <a:lnTo>
                  <a:pt x="1505418" y="0"/>
                </a:lnTo>
                <a:lnTo>
                  <a:pt x="1505418" y="1510913"/>
                </a:lnTo>
                <a:lnTo>
                  <a:pt x="0" y="15109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990695" y="3378021"/>
            <a:ext cx="2396672" cy="2396672"/>
          </a:xfrm>
          <a:custGeom>
            <a:avLst/>
            <a:gdLst/>
            <a:ahLst/>
            <a:cxnLst/>
            <a:rect r="r" b="b" t="t" l="l"/>
            <a:pathLst>
              <a:path h="2396672" w="2396672">
                <a:moveTo>
                  <a:pt x="0" y="0"/>
                </a:moveTo>
                <a:lnTo>
                  <a:pt x="2396673" y="0"/>
                </a:lnTo>
                <a:lnTo>
                  <a:pt x="2396673" y="2396673"/>
                </a:lnTo>
                <a:lnTo>
                  <a:pt x="0" y="2396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432489" y="3697718"/>
            <a:ext cx="1236641" cy="1485805"/>
          </a:xfrm>
          <a:custGeom>
            <a:avLst/>
            <a:gdLst/>
            <a:ahLst/>
            <a:cxnLst/>
            <a:rect r="r" b="b" t="t" l="l"/>
            <a:pathLst>
              <a:path h="1485805" w="1236641">
                <a:moveTo>
                  <a:pt x="0" y="0"/>
                </a:moveTo>
                <a:lnTo>
                  <a:pt x="1236641" y="0"/>
                </a:lnTo>
                <a:lnTo>
                  <a:pt x="1236641" y="1485805"/>
                </a:lnTo>
                <a:lnTo>
                  <a:pt x="0" y="14858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403816">
            <a:off x="15822742" y="3401706"/>
            <a:ext cx="2396672" cy="2396672"/>
          </a:xfrm>
          <a:custGeom>
            <a:avLst/>
            <a:gdLst/>
            <a:ahLst/>
            <a:cxnLst/>
            <a:rect r="r" b="b" t="t" l="l"/>
            <a:pathLst>
              <a:path h="2396672" w="2396672">
                <a:moveTo>
                  <a:pt x="0" y="0"/>
                </a:moveTo>
                <a:lnTo>
                  <a:pt x="2396672" y="0"/>
                </a:lnTo>
                <a:lnTo>
                  <a:pt x="2396672" y="2396672"/>
                </a:lnTo>
                <a:lnTo>
                  <a:pt x="0" y="23966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2574116" y="5228831"/>
            <a:ext cx="1300202" cy="771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2476110" y="5734975"/>
            <a:ext cx="1737268" cy="22118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 flipV="true">
            <a:off x="2586372" y="2982876"/>
            <a:ext cx="1287946" cy="1686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 flipV="true">
            <a:off x="6079856" y="4431469"/>
            <a:ext cx="1543958" cy="5197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6110321" y="5739889"/>
            <a:ext cx="1525194" cy="5724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16634939" y="2230528"/>
            <a:ext cx="971204" cy="12319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 flipV="true">
            <a:off x="5733762" y="2021888"/>
            <a:ext cx="965263" cy="3239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6795979" y="1734198"/>
            <a:ext cx="2348021" cy="1109184"/>
          </a:xfrm>
          <a:custGeom>
            <a:avLst/>
            <a:gdLst/>
            <a:ahLst/>
            <a:cxnLst/>
            <a:rect r="r" b="b" t="t" l="l"/>
            <a:pathLst>
              <a:path h="1109184" w="2348021">
                <a:moveTo>
                  <a:pt x="0" y="0"/>
                </a:moveTo>
                <a:lnTo>
                  <a:pt x="2348021" y="0"/>
                </a:lnTo>
                <a:lnTo>
                  <a:pt x="2348021" y="1109184"/>
                </a:lnTo>
                <a:lnTo>
                  <a:pt x="0" y="110918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5616" r="0" b="-5616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699025" y="1894819"/>
            <a:ext cx="765980" cy="902117"/>
          </a:xfrm>
          <a:custGeom>
            <a:avLst/>
            <a:gdLst/>
            <a:ahLst/>
            <a:cxnLst/>
            <a:rect r="r" b="b" t="t" l="l"/>
            <a:pathLst>
              <a:path h="902117" w="765980">
                <a:moveTo>
                  <a:pt x="0" y="0"/>
                </a:moveTo>
                <a:lnTo>
                  <a:pt x="765980" y="0"/>
                </a:lnTo>
                <a:lnTo>
                  <a:pt x="765980" y="902118"/>
                </a:lnTo>
                <a:lnTo>
                  <a:pt x="0" y="90211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289448" y="1734198"/>
            <a:ext cx="2348021" cy="1109184"/>
          </a:xfrm>
          <a:custGeom>
            <a:avLst/>
            <a:gdLst/>
            <a:ahLst/>
            <a:cxnLst/>
            <a:rect r="r" b="b" t="t" l="l"/>
            <a:pathLst>
              <a:path h="1109184" w="2348021">
                <a:moveTo>
                  <a:pt x="0" y="0"/>
                </a:moveTo>
                <a:lnTo>
                  <a:pt x="2348021" y="0"/>
                </a:lnTo>
                <a:lnTo>
                  <a:pt x="2348021" y="1109184"/>
                </a:lnTo>
                <a:lnTo>
                  <a:pt x="0" y="110918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5616" r="0" b="-5616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25815" y="4598273"/>
            <a:ext cx="1131013" cy="832837"/>
          </a:xfrm>
          <a:custGeom>
            <a:avLst/>
            <a:gdLst/>
            <a:ahLst/>
            <a:cxnLst/>
            <a:rect r="r" b="b" t="t" l="l"/>
            <a:pathLst>
              <a:path h="832837" w="1131013">
                <a:moveTo>
                  <a:pt x="0" y="0"/>
                </a:moveTo>
                <a:lnTo>
                  <a:pt x="1131013" y="0"/>
                </a:lnTo>
                <a:lnTo>
                  <a:pt x="1131013" y="832837"/>
                </a:lnTo>
                <a:lnTo>
                  <a:pt x="0" y="83283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201624" y="1767300"/>
            <a:ext cx="1028939" cy="1143725"/>
          </a:xfrm>
          <a:custGeom>
            <a:avLst/>
            <a:gdLst/>
            <a:ahLst/>
            <a:cxnLst/>
            <a:rect r="r" b="b" t="t" l="l"/>
            <a:pathLst>
              <a:path h="1143725" w="1028939">
                <a:moveTo>
                  <a:pt x="0" y="0"/>
                </a:moveTo>
                <a:lnTo>
                  <a:pt x="1028939" y="0"/>
                </a:lnTo>
                <a:lnTo>
                  <a:pt x="1028939" y="1143726"/>
                </a:lnTo>
                <a:lnTo>
                  <a:pt x="0" y="114372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732719" y="1705067"/>
            <a:ext cx="2348021" cy="1109184"/>
          </a:xfrm>
          <a:custGeom>
            <a:avLst/>
            <a:gdLst/>
            <a:ahLst/>
            <a:cxnLst/>
            <a:rect r="r" b="b" t="t" l="l"/>
            <a:pathLst>
              <a:path h="1109184" w="2348021">
                <a:moveTo>
                  <a:pt x="0" y="0"/>
                </a:moveTo>
                <a:lnTo>
                  <a:pt x="2348022" y="0"/>
                </a:lnTo>
                <a:lnTo>
                  <a:pt x="2348022" y="1109184"/>
                </a:lnTo>
                <a:lnTo>
                  <a:pt x="0" y="110918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5616" r="0" b="-561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286918" y="1675936"/>
            <a:ext cx="2348021" cy="1109184"/>
          </a:xfrm>
          <a:custGeom>
            <a:avLst/>
            <a:gdLst/>
            <a:ahLst/>
            <a:cxnLst/>
            <a:rect r="r" b="b" t="t" l="l"/>
            <a:pathLst>
              <a:path h="1109184" w="2348021">
                <a:moveTo>
                  <a:pt x="0" y="0"/>
                </a:moveTo>
                <a:lnTo>
                  <a:pt x="2348021" y="0"/>
                </a:lnTo>
                <a:lnTo>
                  <a:pt x="2348021" y="1109184"/>
                </a:lnTo>
                <a:lnTo>
                  <a:pt x="0" y="110918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5616" r="0" b="-5616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823374" y="1705067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267122" y="1736917"/>
            <a:ext cx="1813618" cy="949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BOOKING SEQUENCE SHOWCASE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1823374" y="2423308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2"/>
                </a:lnTo>
                <a:lnTo>
                  <a:pt x="0" y="5254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5400000">
            <a:off x="11913036" y="2202566"/>
            <a:ext cx="341698" cy="175975"/>
          </a:xfrm>
          <a:custGeom>
            <a:avLst/>
            <a:gdLst/>
            <a:ahLst/>
            <a:cxnLst/>
            <a:rect r="r" b="b" t="t" l="l"/>
            <a:pathLst>
              <a:path h="175975" w="341698">
                <a:moveTo>
                  <a:pt x="0" y="0"/>
                </a:moveTo>
                <a:lnTo>
                  <a:pt x="341698" y="0"/>
                </a:lnTo>
                <a:lnTo>
                  <a:pt x="341698" y="175975"/>
                </a:lnTo>
                <a:lnTo>
                  <a:pt x="0" y="17597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114655" y="1930368"/>
            <a:ext cx="666129" cy="784802"/>
          </a:xfrm>
          <a:custGeom>
            <a:avLst/>
            <a:gdLst/>
            <a:ahLst/>
            <a:cxnLst/>
            <a:rect r="r" b="b" t="t" l="l"/>
            <a:pathLst>
              <a:path h="784802" w="666129">
                <a:moveTo>
                  <a:pt x="0" y="0"/>
                </a:moveTo>
                <a:lnTo>
                  <a:pt x="666129" y="0"/>
                </a:lnTo>
                <a:lnTo>
                  <a:pt x="666129" y="784802"/>
                </a:lnTo>
                <a:lnTo>
                  <a:pt x="0" y="78480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100169" y="8399428"/>
            <a:ext cx="2348021" cy="1109184"/>
          </a:xfrm>
          <a:custGeom>
            <a:avLst/>
            <a:gdLst/>
            <a:ahLst/>
            <a:cxnLst/>
            <a:rect r="r" b="b" t="t" l="l"/>
            <a:pathLst>
              <a:path h="1109184" w="2348021">
                <a:moveTo>
                  <a:pt x="0" y="0"/>
                </a:moveTo>
                <a:lnTo>
                  <a:pt x="2348021" y="0"/>
                </a:lnTo>
                <a:lnTo>
                  <a:pt x="2348021" y="1109184"/>
                </a:lnTo>
                <a:lnTo>
                  <a:pt x="0" y="110918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5616" r="0" b="-5616"/>
            </a:stretch>
          </a:blipFill>
        </p:spPr>
      </p:sp>
      <p:sp>
        <p:nvSpPr>
          <p:cNvPr name="AutoShape 46" id="46"/>
          <p:cNvSpPr/>
          <p:nvPr/>
        </p:nvSpPr>
        <p:spPr>
          <a:xfrm>
            <a:off x="6089349" y="8542499"/>
            <a:ext cx="923826" cy="3867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7160561" y="8570878"/>
            <a:ext cx="963296" cy="963296"/>
          </a:xfrm>
          <a:custGeom>
            <a:avLst/>
            <a:gdLst/>
            <a:ahLst/>
            <a:cxnLst/>
            <a:rect r="r" b="b" t="t" l="l"/>
            <a:pathLst>
              <a:path h="963296" w="963296">
                <a:moveTo>
                  <a:pt x="0" y="0"/>
                </a:moveTo>
                <a:lnTo>
                  <a:pt x="963296" y="0"/>
                </a:lnTo>
                <a:lnTo>
                  <a:pt x="963296" y="963296"/>
                </a:lnTo>
                <a:lnTo>
                  <a:pt x="0" y="96329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9485087" y="8399428"/>
            <a:ext cx="2348021" cy="1109184"/>
          </a:xfrm>
          <a:custGeom>
            <a:avLst/>
            <a:gdLst/>
            <a:ahLst/>
            <a:cxnLst/>
            <a:rect r="r" b="b" t="t" l="l"/>
            <a:pathLst>
              <a:path h="1109184" w="2348021">
                <a:moveTo>
                  <a:pt x="0" y="0"/>
                </a:moveTo>
                <a:lnTo>
                  <a:pt x="2348022" y="0"/>
                </a:lnTo>
                <a:lnTo>
                  <a:pt x="2348022" y="1109184"/>
                </a:lnTo>
                <a:lnTo>
                  <a:pt x="0" y="110918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5616" r="0" b="-5616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384420" y="8662470"/>
            <a:ext cx="846143" cy="846143"/>
          </a:xfrm>
          <a:custGeom>
            <a:avLst/>
            <a:gdLst/>
            <a:ahLst/>
            <a:cxnLst/>
            <a:rect r="r" b="b" t="t" l="l"/>
            <a:pathLst>
              <a:path h="846143" w="846143">
                <a:moveTo>
                  <a:pt x="0" y="0"/>
                </a:moveTo>
                <a:lnTo>
                  <a:pt x="846143" y="0"/>
                </a:lnTo>
                <a:lnTo>
                  <a:pt x="846143" y="846142"/>
                </a:lnTo>
                <a:lnTo>
                  <a:pt x="0" y="846142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1899784" y="8424990"/>
            <a:ext cx="2348021" cy="1109184"/>
          </a:xfrm>
          <a:custGeom>
            <a:avLst/>
            <a:gdLst/>
            <a:ahLst/>
            <a:cxnLst/>
            <a:rect r="r" b="b" t="t" l="l"/>
            <a:pathLst>
              <a:path h="1109184" w="2348021">
                <a:moveTo>
                  <a:pt x="0" y="0"/>
                </a:moveTo>
                <a:lnTo>
                  <a:pt x="2348021" y="0"/>
                </a:lnTo>
                <a:lnTo>
                  <a:pt x="2348021" y="1109184"/>
                </a:lnTo>
                <a:lnTo>
                  <a:pt x="0" y="110918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5616" r="0" b="-561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806298" y="8553368"/>
            <a:ext cx="873613" cy="738600"/>
          </a:xfrm>
          <a:custGeom>
            <a:avLst/>
            <a:gdLst/>
            <a:ahLst/>
            <a:cxnLst/>
            <a:rect r="r" b="b" t="t" l="l"/>
            <a:pathLst>
              <a:path h="738600" w="873613">
                <a:moveTo>
                  <a:pt x="0" y="0"/>
                </a:moveTo>
                <a:lnTo>
                  <a:pt x="873614" y="0"/>
                </a:lnTo>
                <a:lnTo>
                  <a:pt x="873614" y="738600"/>
                </a:lnTo>
                <a:lnTo>
                  <a:pt x="0" y="7386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6022027" y="4035813"/>
            <a:ext cx="1282081" cy="809615"/>
          </a:xfrm>
          <a:custGeom>
            <a:avLst/>
            <a:gdLst/>
            <a:ahLst/>
            <a:cxnLst/>
            <a:rect r="r" b="b" t="t" l="l"/>
            <a:pathLst>
              <a:path h="809615" w="1282081">
                <a:moveTo>
                  <a:pt x="0" y="0"/>
                </a:moveTo>
                <a:lnTo>
                  <a:pt x="1282081" y="0"/>
                </a:lnTo>
                <a:lnTo>
                  <a:pt x="1282081" y="809615"/>
                </a:lnTo>
                <a:lnTo>
                  <a:pt x="0" y="80961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2243105" y="5499317"/>
            <a:ext cx="3217823" cy="27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3"/>
              </a:lnSpc>
            </a:pPr>
            <a:r>
              <a:rPr lang="en-US" sz="158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URL-based search and travel packing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630974" y="231287"/>
            <a:ext cx="5359721" cy="124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1"/>
              </a:lnSpc>
            </a:pPr>
            <a:r>
              <a:rPr lang="en-US" sz="9214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DESIGN: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06765" y="6010785"/>
            <a:ext cx="1667351" cy="32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LOGIN/SIGN UP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748910" y="6439410"/>
            <a:ext cx="2586157" cy="32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OPERATION DASHBOARD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004120" y="3855157"/>
            <a:ext cx="2075736" cy="32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AGENT ASSISTANCE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166017" y="9220200"/>
            <a:ext cx="2074307" cy="32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ADMIN DASHBOARD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851431" y="3246449"/>
            <a:ext cx="1633657" cy="32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STATE MACHINE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642209" y="7495190"/>
            <a:ext cx="2302312" cy="32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RECOVERY STRATEGY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587625" y="5552369"/>
            <a:ext cx="2350196" cy="27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6"/>
              </a:lnSpc>
              <a:spcBef>
                <a:spcPct val="0"/>
              </a:spcBef>
            </a:pPr>
            <a:r>
              <a:rPr lang="en-US" sz="155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Credit Card benefits aware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309229" y="1983788"/>
            <a:ext cx="1813618" cy="63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CUSTOMER REQUIREMENT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26990" y="1766048"/>
            <a:ext cx="1813618" cy="949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JOURNEY PACKAGE GENERATION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680816" y="1894260"/>
            <a:ext cx="1813618" cy="949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CANCELLATION</a:t>
            </a:r>
          </a:p>
          <a:p>
            <a:pPr algn="ctr">
              <a:lnSpc>
                <a:spcPts val="2545"/>
              </a:lnSpc>
            </a:pPr>
            <a:r>
              <a:rPr lang="en-US" sz="181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OPTION</a:t>
            </a:r>
          </a:p>
          <a:p>
            <a:pPr algn="ctr">
              <a:lnSpc>
                <a:spcPts val="2545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8108143" y="8599099"/>
            <a:ext cx="1312826" cy="69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Rule </a:t>
            </a:r>
          </a:p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Engine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324644" y="8565430"/>
            <a:ext cx="1312826" cy="69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handle </a:t>
            </a:r>
          </a:p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SLA breach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737984" y="8599099"/>
            <a:ext cx="1312826" cy="69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Manage </a:t>
            </a:r>
          </a:p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escalations</a:t>
            </a:r>
          </a:p>
        </p:txBody>
      </p:sp>
      <p:sp>
        <p:nvSpPr>
          <p:cNvPr name="AutoShape 68" id="68"/>
          <p:cNvSpPr/>
          <p:nvPr/>
        </p:nvSpPr>
        <p:spPr>
          <a:xfrm flipH="true">
            <a:off x="15090858" y="4459602"/>
            <a:ext cx="740142" cy="626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24710" y="458184"/>
            <a:ext cx="306065" cy="336000"/>
          </a:xfrm>
          <a:custGeom>
            <a:avLst/>
            <a:gdLst/>
            <a:ahLst/>
            <a:cxnLst/>
            <a:rect r="r" b="b" t="t" l="l"/>
            <a:pathLst>
              <a:path h="336000" w="306065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972" y="439904"/>
            <a:ext cx="253149" cy="354280"/>
          </a:xfrm>
          <a:custGeom>
            <a:avLst/>
            <a:gdLst/>
            <a:ahLst/>
            <a:cxnLst/>
            <a:rect r="r" b="b" t="t" l="l"/>
            <a:pathLst>
              <a:path h="354280" w="253149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69132" y="-37044"/>
            <a:ext cx="5986174" cy="156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1"/>
              </a:lnSpc>
              <a:spcBef>
                <a:spcPct val="0"/>
              </a:spcBef>
            </a:pPr>
            <a:r>
              <a:rPr lang="en-US" sz="9101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SYSTEM FLOW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577627" y="180017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22268" y="180017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90203" y="161737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10053" y="1526528"/>
            <a:ext cx="5436082" cy="8482177"/>
            <a:chOff x="0" y="0"/>
            <a:chExt cx="6519261" cy="10172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19261" cy="10172418"/>
            </a:xfrm>
            <a:custGeom>
              <a:avLst/>
              <a:gdLst/>
              <a:ahLst/>
              <a:cxnLst/>
              <a:rect r="r" b="b" t="t" l="l"/>
              <a:pathLst>
                <a:path h="10172418" w="6519261">
                  <a:moveTo>
                    <a:pt x="6519261" y="142417"/>
                  </a:moveTo>
                  <a:lnTo>
                    <a:pt x="6519261" y="10030001"/>
                  </a:lnTo>
                  <a:cubicBezTo>
                    <a:pt x="6519261" y="10108656"/>
                    <a:pt x="6455499" y="10172418"/>
                    <a:pt x="6376844" y="10172418"/>
                  </a:cubicBezTo>
                  <a:lnTo>
                    <a:pt x="142417" y="10172418"/>
                  </a:lnTo>
                  <a:cubicBezTo>
                    <a:pt x="104646" y="10172418"/>
                    <a:pt x="68421" y="10157413"/>
                    <a:pt x="41713" y="10130705"/>
                  </a:cubicBezTo>
                  <a:cubicBezTo>
                    <a:pt x="15005" y="10103996"/>
                    <a:pt x="0" y="10067772"/>
                    <a:pt x="0" y="10030001"/>
                  </a:cubicBezTo>
                  <a:lnTo>
                    <a:pt x="0" y="142417"/>
                  </a:lnTo>
                  <a:cubicBezTo>
                    <a:pt x="0" y="104646"/>
                    <a:pt x="15005" y="68421"/>
                    <a:pt x="41713" y="41713"/>
                  </a:cubicBezTo>
                  <a:cubicBezTo>
                    <a:pt x="68421" y="15005"/>
                    <a:pt x="104646" y="0"/>
                    <a:pt x="142417" y="0"/>
                  </a:cubicBezTo>
                  <a:lnTo>
                    <a:pt x="6376844" y="0"/>
                  </a:lnTo>
                  <a:cubicBezTo>
                    <a:pt x="6414615" y="0"/>
                    <a:pt x="6450840" y="15005"/>
                    <a:pt x="6477548" y="41713"/>
                  </a:cubicBezTo>
                  <a:cubicBezTo>
                    <a:pt x="6504256" y="68421"/>
                    <a:pt x="6519261" y="104646"/>
                    <a:pt x="6519261" y="142417"/>
                  </a:cubicBezTo>
                  <a:close/>
                </a:path>
              </a:pathLst>
            </a:custGeom>
            <a:solidFill>
              <a:srgbClr val="12F1FF">
                <a:alpha val="97647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519261" cy="1022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74603" y="2414078"/>
            <a:ext cx="4038878" cy="2122247"/>
          </a:xfrm>
          <a:custGeom>
            <a:avLst/>
            <a:gdLst/>
            <a:ahLst/>
            <a:cxnLst/>
            <a:rect r="r" b="b" t="t" l="l"/>
            <a:pathLst>
              <a:path h="2122247" w="4038878">
                <a:moveTo>
                  <a:pt x="0" y="0"/>
                </a:moveTo>
                <a:lnTo>
                  <a:pt x="4038879" y="0"/>
                </a:lnTo>
                <a:lnTo>
                  <a:pt x="4038879" y="2122247"/>
                </a:lnTo>
                <a:lnTo>
                  <a:pt x="0" y="21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260485" y="1424128"/>
            <a:ext cx="5436082" cy="8482177"/>
            <a:chOff x="0" y="0"/>
            <a:chExt cx="6519261" cy="101724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19261" cy="10172418"/>
            </a:xfrm>
            <a:custGeom>
              <a:avLst/>
              <a:gdLst/>
              <a:ahLst/>
              <a:cxnLst/>
              <a:rect r="r" b="b" t="t" l="l"/>
              <a:pathLst>
                <a:path h="10172418" w="6519261">
                  <a:moveTo>
                    <a:pt x="6519261" y="142417"/>
                  </a:moveTo>
                  <a:lnTo>
                    <a:pt x="6519261" y="10030001"/>
                  </a:lnTo>
                  <a:cubicBezTo>
                    <a:pt x="6519261" y="10108656"/>
                    <a:pt x="6455499" y="10172418"/>
                    <a:pt x="6376844" y="10172418"/>
                  </a:cubicBezTo>
                  <a:lnTo>
                    <a:pt x="142417" y="10172418"/>
                  </a:lnTo>
                  <a:cubicBezTo>
                    <a:pt x="104646" y="10172418"/>
                    <a:pt x="68421" y="10157413"/>
                    <a:pt x="41713" y="10130705"/>
                  </a:cubicBezTo>
                  <a:cubicBezTo>
                    <a:pt x="15005" y="10103996"/>
                    <a:pt x="0" y="10067772"/>
                    <a:pt x="0" y="10030001"/>
                  </a:cubicBezTo>
                  <a:lnTo>
                    <a:pt x="0" y="142417"/>
                  </a:lnTo>
                  <a:cubicBezTo>
                    <a:pt x="0" y="104646"/>
                    <a:pt x="15005" y="68421"/>
                    <a:pt x="41713" y="41713"/>
                  </a:cubicBezTo>
                  <a:cubicBezTo>
                    <a:pt x="68421" y="15005"/>
                    <a:pt x="104646" y="0"/>
                    <a:pt x="142417" y="0"/>
                  </a:cubicBezTo>
                  <a:lnTo>
                    <a:pt x="6376844" y="0"/>
                  </a:lnTo>
                  <a:cubicBezTo>
                    <a:pt x="6414615" y="0"/>
                    <a:pt x="6450840" y="15005"/>
                    <a:pt x="6477548" y="41713"/>
                  </a:cubicBezTo>
                  <a:cubicBezTo>
                    <a:pt x="6504256" y="68421"/>
                    <a:pt x="6519261" y="104646"/>
                    <a:pt x="6519261" y="142417"/>
                  </a:cubicBezTo>
                  <a:close/>
                </a:path>
              </a:pathLst>
            </a:custGeom>
            <a:solidFill>
              <a:srgbClr val="12F1FF">
                <a:alpha val="97647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519261" cy="1022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72022" y="1526528"/>
            <a:ext cx="5436082" cy="8482177"/>
            <a:chOff x="0" y="0"/>
            <a:chExt cx="6519261" cy="101724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19261" cy="10172418"/>
            </a:xfrm>
            <a:custGeom>
              <a:avLst/>
              <a:gdLst/>
              <a:ahLst/>
              <a:cxnLst/>
              <a:rect r="r" b="b" t="t" l="l"/>
              <a:pathLst>
                <a:path h="10172418" w="6519261">
                  <a:moveTo>
                    <a:pt x="6519261" y="142417"/>
                  </a:moveTo>
                  <a:lnTo>
                    <a:pt x="6519261" y="10030001"/>
                  </a:lnTo>
                  <a:cubicBezTo>
                    <a:pt x="6519261" y="10108656"/>
                    <a:pt x="6455499" y="10172418"/>
                    <a:pt x="6376844" y="10172418"/>
                  </a:cubicBezTo>
                  <a:lnTo>
                    <a:pt x="142417" y="10172418"/>
                  </a:lnTo>
                  <a:cubicBezTo>
                    <a:pt x="104646" y="10172418"/>
                    <a:pt x="68421" y="10157413"/>
                    <a:pt x="41713" y="10130705"/>
                  </a:cubicBezTo>
                  <a:cubicBezTo>
                    <a:pt x="15005" y="10103996"/>
                    <a:pt x="0" y="10067772"/>
                    <a:pt x="0" y="10030001"/>
                  </a:cubicBezTo>
                  <a:lnTo>
                    <a:pt x="0" y="142417"/>
                  </a:lnTo>
                  <a:cubicBezTo>
                    <a:pt x="0" y="104646"/>
                    <a:pt x="15005" y="68421"/>
                    <a:pt x="41713" y="41713"/>
                  </a:cubicBezTo>
                  <a:cubicBezTo>
                    <a:pt x="68421" y="15005"/>
                    <a:pt x="104646" y="0"/>
                    <a:pt x="142417" y="0"/>
                  </a:cubicBezTo>
                  <a:lnTo>
                    <a:pt x="6376844" y="0"/>
                  </a:lnTo>
                  <a:cubicBezTo>
                    <a:pt x="6414615" y="0"/>
                    <a:pt x="6450840" y="15005"/>
                    <a:pt x="6477548" y="41713"/>
                  </a:cubicBezTo>
                  <a:cubicBezTo>
                    <a:pt x="6504256" y="68421"/>
                    <a:pt x="6519261" y="104646"/>
                    <a:pt x="6519261" y="142417"/>
                  </a:cubicBezTo>
                  <a:close/>
                </a:path>
              </a:pathLst>
            </a:custGeom>
            <a:solidFill>
              <a:srgbClr val="12F1FF">
                <a:alpha val="97647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519261" cy="1022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10053" y="3707767"/>
            <a:ext cx="1554870" cy="1125337"/>
          </a:xfrm>
          <a:custGeom>
            <a:avLst/>
            <a:gdLst/>
            <a:ahLst/>
            <a:cxnLst/>
            <a:rect r="r" b="b" t="t" l="l"/>
            <a:pathLst>
              <a:path h="1125337" w="1554870">
                <a:moveTo>
                  <a:pt x="0" y="0"/>
                </a:moveTo>
                <a:lnTo>
                  <a:pt x="1554870" y="0"/>
                </a:lnTo>
                <a:lnTo>
                  <a:pt x="1554870" y="1125337"/>
                </a:lnTo>
                <a:lnTo>
                  <a:pt x="0" y="11253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10053" y="6190677"/>
            <a:ext cx="1142050" cy="1231623"/>
          </a:xfrm>
          <a:custGeom>
            <a:avLst/>
            <a:gdLst/>
            <a:ahLst/>
            <a:cxnLst/>
            <a:rect r="r" b="b" t="t" l="l"/>
            <a:pathLst>
              <a:path h="1231623" w="1142050">
                <a:moveTo>
                  <a:pt x="0" y="0"/>
                </a:moveTo>
                <a:lnTo>
                  <a:pt x="1142050" y="0"/>
                </a:lnTo>
                <a:lnTo>
                  <a:pt x="1142050" y="1231623"/>
                </a:lnTo>
                <a:lnTo>
                  <a:pt x="0" y="12316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00380" y="8648402"/>
            <a:ext cx="1502926" cy="1002861"/>
          </a:xfrm>
          <a:custGeom>
            <a:avLst/>
            <a:gdLst/>
            <a:ahLst/>
            <a:cxnLst/>
            <a:rect r="r" b="b" t="t" l="l"/>
            <a:pathLst>
              <a:path h="1002861" w="1502926">
                <a:moveTo>
                  <a:pt x="0" y="0"/>
                </a:moveTo>
                <a:lnTo>
                  <a:pt x="1502926" y="0"/>
                </a:lnTo>
                <a:lnTo>
                  <a:pt x="1502926" y="1002861"/>
                </a:lnTo>
                <a:lnTo>
                  <a:pt x="0" y="100286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919375">
            <a:off x="692060" y="5302824"/>
            <a:ext cx="777447" cy="624785"/>
          </a:xfrm>
          <a:custGeom>
            <a:avLst/>
            <a:gdLst/>
            <a:ahLst/>
            <a:cxnLst/>
            <a:rect r="r" b="b" t="t" l="l"/>
            <a:pathLst>
              <a:path h="624785" w="777447">
                <a:moveTo>
                  <a:pt x="0" y="0"/>
                </a:moveTo>
                <a:lnTo>
                  <a:pt x="777447" y="0"/>
                </a:lnTo>
                <a:lnTo>
                  <a:pt x="777447" y="624784"/>
                </a:lnTo>
                <a:lnTo>
                  <a:pt x="0" y="62478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10313" y="7961846"/>
            <a:ext cx="941790" cy="510967"/>
          </a:xfrm>
          <a:custGeom>
            <a:avLst/>
            <a:gdLst/>
            <a:ahLst/>
            <a:cxnLst/>
            <a:rect r="r" b="b" t="t" l="l"/>
            <a:pathLst>
              <a:path h="510967" w="941790">
                <a:moveTo>
                  <a:pt x="0" y="0"/>
                </a:moveTo>
                <a:lnTo>
                  <a:pt x="941790" y="0"/>
                </a:lnTo>
                <a:lnTo>
                  <a:pt x="941790" y="510968"/>
                </a:lnTo>
                <a:lnTo>
                  <a:pt x="0" y="5109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4652" t="0" r="-4652" b="0"/>
            </a:stretch>
          </a:blipFill>
        </p:spPr>
      </p:sp>
      <p:sp>
        <p:nvSpPr>
          <p:cNvPr name="AutoShape 27" id="27"/>
          <p:cNvSpPr/>
          <p:nvPr/>
        </p:nvSpPr>
        <p:spPr>
          <a:xfrm>
            <a:off x="1080783" y="4851740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>
            <a:off x="1080783" y="5885385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>
            <a:off x="1113237" y="7350844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1113237" y="8381365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2515662" y="4799831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515662" y="5665216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515662" y="7547210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515662" y="8796188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989639" y="2414078"/>
            <a:ext cx="4038878" cy="2122247"/>
          </a:xfrm>
          <a:custGeom>
            <a:avLst/>
            <a:gdLst/>
            <a:ahLst/>
            <a:cxnLst/>
            <a:rect r="r" b="b" t="t" l="l"/>
            <a:pathLst>
              <a:path h="2122247" w="4038878">
                <a:moveTo>
                  <a:pt x="0" y="0"/>
                </a:moveTo>
                <a:lnTo>
                  <a:pt x="4038879" y="0"/>
                </a:lnTo>
                <a:lnTo>
                  <a:pt x="4038879" y="2122247"/>
                </a:lnTo>
                <a:lnTo>
                  <a:pt x="0" y="21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653335" y="3766414"/>
            <a:ext cx="1294461" cy="1377086"/>
          </a:xfrm>
          <a:custGeom>
            <a:avLst/>
            <a:gdLst/>
            <a:ahLst/>
            <a:cxnLst/>
            <a:rect r="r" b="b" t="t" l="l"/>
            <a:pathLst>
              <a:path h="1377086" w="1294461">
                <a:moveTo>
                  <a:pt x="0" y="0"/>
                </a:moveTo>
                <a:lnTo>
                  <a:pt x="1294461" y="0"/>
                </a:lnTo>
                <a:lnTo>
                  <a:pt x="1294461" y="1377086"/>
                </a:lnTo>
                <a:lnTo>
                  <a:pt x="0" y="137708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854996" y="4880769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2"/>
                </a:lnTo>
                <a:lnTo>
                  <a:pt x="0" y="52546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-5254739">
            <a:off x="5468824" y="5332279"/>
            <a:ext cx="2201264" cy="464267"/>
          </a:xfrm>
          <a:custGeom>
            <a:avLst/>
            <a:gdLst/>
            <a:ahLst/>
            <a:cxnLst/>
            <a:rect r="r" b="b" t="t" l="l"/>
            <a:pathLst>
              <a:path h="464267" w="2201264">
                <a:moveTo>
                  <a:pt x="0" y="0"/>
                </a:moveTo>
                <a:lnTo>
                  <a:pt x="2201264" y="0"/>
                </a:lnTo>
                <a:lnTo>
                  <a:pt x="2201264" y="464267"/>
                </a:lnTo>
                <a:lnTo>
                  <a:pt x="0" y="4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5326024">
            <a:off x="5539491" y="7063916"/>
            <a:ext cx="2201264" cy="464267"/>
          </a:xfrm>
          <a:custGeom>
            <a:avLst/>
            <a:gdLst/>
            <a:ahLst/>
            <a:cxnLst/>
            <a:rect r="r" b="b" t="t" l="l"/>
            <a:pathLst>
              <a:path h="464267" w="2201264">
                <a:moveTo>
                  <a:pt x="0" y="0"/>
                </a:moveTo>
                <a:lnTo>
                  <a:pt x="2201265" y="0"/>
                </a:lnTo>
                <a:lnTo>
                  <a:pt x="2201265" y="464267"/>
                </a:lnTo>
                <a:lnTo>
                  <a:pt x="0" y="4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922309" y="5294759"/>
            <a:ext cx="1181252" cy="1181252"/>
          </a:xfrm>
          <a:custGeom>
            <a:avLst/>
            <a:gdLst/>
            <a:ahLst/>
            <a:cxnLst/>
            <a:rect r="r" b="b" t="t" l="l"/>
            <a:pathLst>
              <a:path h="1181252" w="1181252">
                <a:moveTo>
                  <a:pt x="0" y="0"/>
                </a:moveTo>
                <a:lnTo>
                  <a:pt x="1181252" y="0"/>
                </a:lnTo>
                <a:lnTo>
                  <a:pt x="1181252" y="1181252"/>
                </a:lnTo>
                <a:lnTo>
                  <a:pt x="0" y="118125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989639" y="7527235"/>
            <a:ext cx="1394512" cy="565411"/>
          </a:xfrm>
          <a:custGeom>
            <a:avLst/>
            <a:gdLst/>
            <a:ahLst/>
            <a:cxnLst/>
            <a:rect r="r" b="b" t="t" l="l"/>
            <a:pathLst>
              <a:path h="565411" w="1394512">
                <a:moveTo>
                  <a:pt x="0" y="0"/>
                </a:moveTo>
                <a:lnTo>
                  <a:pt x="1394512" y="0"/>
                </a:lnTo>
                <a:lnTo>
                  <a:pt x="1394512" y="565411"/>
                </a:lnTo>
                <a:lnTo>
                  <a:pt x="0" y="56541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326024">
            <a:off x="5925310" y="8642463"/>
            <a:ext cx="1418971" cy="299274"/>
          </a:xfrm>
          <a:custGeom>
            <a:avLst/>
            <a:gdLst/>
            <a:ahLst/>
            <a:cxnLst/>
            <a:rect r="r" b="b" t="t" l="l"/>
            <a:pathLst>
              <a:path h="299274" w="1418971">
                <a:moveTo>
                  <a:pt x="0" y="0"/>
                </a:moveTo>
                <a:lnTo>
                  <a:pt x="1418971" y="0"/>
                </a:lnTo>
                <a:lnTo>
                  <a:pt x="1418971" y="299274"/>
                </a:lnTo>
                <a:lnTo>
                  <a:pt x="0" y="29927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313995" y="8859211"/>
            <a:ext cx="652257" cy="651441"/>
          </a:xfrm>
          <a:custGeom>
            <a:avLst/>
            <a:gdLst/>
            <a:ahLst/>
            <a:cxnLst/>
            <a:rect r="r" b="b" t="t" l="l"/>
            <a:pathLst>
              <a:path h="651441" w="652257">
                <a:moveTo>
                  <a:pt x="0" y="0"/>
                </a:moveTo>
                <a:lnTo>
                  <a:pt x="652257" y="0"/>
                </a:lnTo>
                <a:lnTo>
                  <a:pt x="652257" y="651441"/>
                </a:lnTo>
                <a:lnTo>
                  <a:pt x="0" y="65144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262524" y="5816226"/>
            <a:ext cx="659785" cy="659785"/>
          </a:xfrm>
          <a:custGeom>
            <a:avLst/>
            <a:gdLst/>
            <a:ahLst/>
            <a:cxnLst/>
            <a:rect r="r" b="b" t="t" l="l"/>
            <a:pathLst>
              <a:path h="659785" w="659785">
                <a:moveTo>
                  <a:pt x="0" y="0"/>
                </a:moveTo>
                <a:lnTo>
                  <a:pt x="659785" y="0"/>
                </a:lnTo>
                <a:lnTo>
                  <a:pt x="659785" y="659785"/>
                </a:lnTo>
                <a:lnTo>
                  <a:pt x="0" y="65978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291037" y="3940543"/>
            <a:ext cx="659785" cy="659785"/>
          </a:xfrm>
          <a:custGeom>
            <a:avLst/>
            <a:gdLst/>
            <a:ahLst/>
            <a:cxnLst/>
            <a:rect r="r" b="b" t="t" l="l"/>
            <a:pathLst>
              <a:path h="659785" w="659785">
                <a:moveTo>
                  <a:pt x="0" y="0"/>
                </a:moveTo>
                <a:lnTo>
                  <a:pt x="659785" y="0"/>
                </a:lnTo>
                <a:lnTo>
                  <a:pt x="659785" y="659785"/>
                </a:lnTo>
                <a:lnTo>
                  <a:pt x="0" y="65978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6329854" y="7474378"/>
            <a:ext cx="659785" cy="659785"/>
          </a:xfrm>
          <a:custGeom>
            <a:avLst/>
            <a:gdLst/>
            <a:ahLst/>
            <a:cxnLst/>
            <a:rect r="r" b="b" t="t" l="l"/>
            <a:pathLst>
              <a:path h="659785" w="659785">
                <a:moveTo>
                  <a:pt x="0" y="0"/>
                </a:moveTo>
                <a:lnTo>
                  <a:pt x="659785" y="0"/>
                </a:lnTo>
                <a:lnTo>
                  <a:pt x="659785" y="659785"/>
                </a:lnTo>
                <a:lnTo>
                  <a:pt x="0" y="65978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6950822" y="8529219"/>
            <a:ext cx="1294461" cy="1377086"/>
          </a:xfrm>
          <a:custGeom>
            <a:avLst/>
            <a:gdLst/>
            <a:ahLst/>
            <a:cxnLst/>
            <a:rect r="r" b="b" t="t" l="l"/>
            <a:pathLst>
              <a:path h="1377086" w="1294461">
                <a:moveTo>
                  <a:pt x="0" y="0"/>
                </a:moveTo>
                <a:lnTo>
                  <a:pt x="1294461" y="0"/>
                </a:lnTo>
                <a:lnTo>
                  <a:pt x="1294461" y="1377085"/>
                </a:lnTo>
                <a:lnTo>
                  <a:pt x="0" y="137708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-8430248">
            <a:off x="1894416" y="1022502"/>
            <a:ext cx="595404" cy="1799297"/>
          </a:xfrm>
          <a:custGeom>
            <a:avLst/>
            <a:gdLst/>
            <a:ahLst/>
            <a:cxnLst/>
            <a:rect r="r" b="b" t="t" l="l"/>
            <a:pathLst>
              <a:path h="1799297" w="595404">
                <a:moveTo>
                  <a:pt x="0" y="0"/>
                </a:moveTo>
                <a:lnTo>
                  <a:pt x="595404" y="0"/>
                </a:lnTo>
                <a:lnTo>
                  <a:pt x="595404" y="1799297"/>
                </a:lnTo>
                <a:lnTo>
                  <a:pt x="0" y="179929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8931196" y="7088113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2"/>
                </a:lnTo>
                <a:lnTo>
                  <a:pt x="0" y="52546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959658" y="8560230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932986" y="2332710"/>
            <a:ext cx="4038878" cy="2122247"/>
          </a:xfrm>
          <a:custGeom>
            <a:avLst/>
            <a:gdLst/>
            <a:ahLst/>
            <a:cxnLst/>
            <a:rect r="r" b="b" t="t" l="l"/>
            <a:pathLst>
              <a:path h="2122247" w="4038878">
                <a:moveTo>
                  <a:pt x="0" y="0"/>
                </a:moveTo>
                <a:lnTo>
                  <a:pt x="4038878" y="0"/>
                </a:lnTo>
                <a:lnTo>
                  <a:pt x="4038878" y="2122247"/>
                </a:lnTo>
                <a:lnTo>
                  <a:pt x="0" y="21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52" id="52"/>
          <p:cNvSpPr/>
          <p:nvPr/>
        </p:nvSpPr>
        <p:spPr>
          <a:xfrm>
            <a:off x="13313108" y="5535116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>
            <a:off x="13338858" y="7351262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14857052" y="4799831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946019" y="5874374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990063" y="8145503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2763367" y="8019415"/>
            <a:ext cx="1238885" cy="1238885"/>
          </a:xfrm>
          <a:custGeom>
            <a:avLst/>
            <a:gdLst/>
            <a:ahLst/>
            <a:cxnLst/>
            <a:rect r="r" b="b" t="t" l="l"/>
            <a:pathLst>
              <a:path h="1238885" w="1238885">
                <a:moveTo>
                  <a:pt x="0" y="0"/>
                </a:moveTo>
                <a:lnTo>
                  <a:pt x="1238885" y="0"/>
                </a:lnTo>
                <a:lnTo>
                  <a:pt x="1238885" y="1238885"/>
                </a:lnTo>
                <a:lnTo>
                  <a:pt x="0" y="123888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3233275" y="5534842"/>
            <a:ext cx="2284101" cy="16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finds multiple compatible and budget friendly travel options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62616" y="2834303"/>
            <a:ext cx="2473794" cy="85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2"/>
              </a:lnSpc>
            </a:pPr>
            <a:r>
              <a:rPr lang="en-US" sz="248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CUSTOMER REQUIREMENT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233275" y="4633531"/>
            <a:ext cx="2284101" cy="8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multi-city  segment add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317097" y="7417228"/>
            <a:ext cx="2284101" cy="125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seamless travel through real time coordination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283046" y="8739038"/>
            <a:ext cx="2284101" cy="125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Price comparisons and other variables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867028" y="2824778"/>
            <a:ext cx="2284101" cy="102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Booking Intiation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62616" y="660922"/>
            <a:ext cx="2284101" cy="40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229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Using AI-agent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509204" y="4765491"/>
            <a:ext cx="2044868" cy="16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Visualises the boking stages and failure states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09204" y="6963594"/>
            <a:ext cx="2044868" cy="125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Makes things abstract and intuitive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509204" y="8494389"/>
            <a:ext cx="2044868" cy="8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Raises Ops alert on failure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848012" y="2678821"/>
            <a:ext cx="2284101" cy="102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State Machine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446510" y="5870797"/>
            <a:ext cx="2044868" cy="209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Maintains these three states and tracks changes for every booking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5524026" y="8086538"/>
            <a:ext cx="2121068" cy="15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Tells the system to raise ops alert  when failed state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825578" y="9201150"/>
            <a:ext cx="2044868" cy="531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6"/>
              </a:lnSpc>
            </a:pPr>
            <a:r>
              <a:rPr lang="en-US" sz="309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Failed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552601" y="4460573"/>
            <a:ext cx="2044868" cy="125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Tracks every transaction and booking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24710" y="458184"/>
            <a:ext cx="306065" cy="336000"/>
          </a:xfrm>
          <a:custGeom>
            <a:avLst/>
            <a:gdLst/>
            <a:ahLst/>
            <a:cxnLst/>
            <a:rect r="r" b="b" t="t" l="l"/>
            <a:pathLst>
              <a:path h="336000" w="306065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972" y="439904"/>
            <a:ext cx="253149" cy="354280"/>
          </a:xfrm>
          <a:custGeom>
            <a:avLst/>
            <a:gdLst/>
            <a:ahLst/>
            <a:cxnLst/>
            <a:rect r="r" b="b" t="t" l="l"/>
            <a:pathLst>
              <a:path h="354280" w="253149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69132" y="-37044"/>
            <a:ext cx="5986174" cy="156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1"/>
              </a:lnSpc>
              <a:spcBef>
                <a:spcPct val="0"/>
              </a:spcBef>
            </a:pPr>
            <a:r>
              <a:rPr lang="en-US" sz="9101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SYSTEM FLOW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577627" y="180017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22268" y="180017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90203" y="161737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10053" y="1526528"/>
            <a:ext cx="5436082" cy="8482177"/>
            <a:chOff x="0" y="0"/>
            <a:chExt cx="6519261" cy="10172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19261" cy="10172418"/>
            </a:xfrm>
            <a:custGeom>
              <a:avLst/>
              <a:gdLst/>
              <a:ahLst/>
              <a:cxnLst/>
              <a:rect r="r" b="b" t="t" l="l"/>
              <a:pathLst>
                <a:path h="10172418" w="6519261">
                  <a:moveTo>
                    <a:pt x="6519261" y="142417"/>
                  </a:moveTo>
                  <a:lnTo>
                    <a:pt x="6519261" y="10030001"/>
                  </a:lnTo>
                  <a:cubicBezTo>
                    <a:pt x="6519261" y="10108656"/>
                    <a:pt x="6455499" y="10172418"/>
                    <a:pt x="6376844" y="10172418"/>
                  </a:cubicBezTo>
                  <a:lnTo>
                    <a:pt x="142417" y="10172418"/>
                  </a:lnTo>
                  <a:cubicBezTo>
                    <a:pt x="104646" y="10172418"/>
                    <a:pt x="68421" y="10157413"/>
                    <a:pt x="41713" y="10130705"/>
                  </a:cubicBezTo>
                  <a:cubicBezTo>
                    <a:pt x="15005" y="10103996"/>
                    <a:pt x="0" y="10067772"/>
                    <a:pt x="0" y="10030001"/>
                  </a:cubicBezTo>
                  <a:lnTo>
                    <a:pt x="0" y="142417"/>
                  </a:lnTo>
                  <a:cubicBezTo>
                    <a:pt x="0" y="104646"/>
                    <a:pt x="15005" y="68421"/>
                    <a:pt x="41713" y="41713"/>
                  </a:cubicBezTo>
                  <a:cubicBezTo>
                    <a:pt x="68421" y="15005"/>
                    <a:pt x="104646" y="0"/>
                    <a:pt x="142417" y="0"/>
                  </a:cubicBezTo>
                  <a:lnTo>
                    <a:pt x="6376844" y="0"/>
                  </a:lnTo>
                  <a:cubicBezTo>
                    <a:pt x="6414615" y="0"/>
                    <a:pt x="6450840" y="15005"/>
                    <a:pt x="6477548" y="41713"/>
                  </a:cubicBezTo>
                  <a:cubicBezTo>
                    <a:pt x="6504256" y="68421"/>
                    <a:pt x="6519261" y="104646"/>
                    <a:pt x="6519261" y="142417"/>
                  </a:cubicBezTo>
                  <a:close/>
                </a:path>
              </a:pathLst>
            </a:custGeom>
            <a:solidFill>
              <a:srgbClr val="12F1FF">
                <a:alpha val="97647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519261" cy="1022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74603" y="2414078"/>
            <a:ext cx="4038878" cy="2122247"/>
          </a:xfrm>
          <a:custGeom>
            <a:avLst/>
            <a:gdLst/>
            <a:ahLst/>
            <a:cxnLst/>
            <a:rect r="r" b="b" t="t" l="l"/>
            <a:pathLst>
              <a:path h="2122247" w="4038878">
                <a:moveTo>
                  <a:pt x="0" y="0"/>
                </a:moveTo>
                <a:lnTo>
                  <a:pt x="4038879" y="0"/>
                </a:lnTo>
                <a:lnTo>
                  <a:pt x="4038879" y="2122247"/>
                </a:lnTo>
                <a:lnTo>
                  <a:pt x="0" y="21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260485" y="1424128"/>
            <a:ext cx="5436082" cy="8482177"/>
            <a:chOff x="0" y="0"/>
            <a:chExt cx="6519261" cy="101724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19261" cy="10172418"/>
            </a:xfrm>
            <a:custGeom>
              <a:avLst/>
              <a:gdLst/>
              <a:ahLst/>
              <a:cxnLst/>
              <a:rect r="r" b="b" t="t" l="l"/>
              <a:pathLst>
                <a:path h="10172418" w="6519261">
                  <a:moveTo>
                    <a:pt x="6519261" y="142417"/>
                  </a:moveTo>
                  <a:lnTo>
                    <a:pt x="6519261" y="10030001"/>
                  </a:lnTo>
                  <a:cubicBezTo>
                    <a:pt x="6519261" y="10108656"/>
                    <a:pt x="6455499" y="10172418"/>
                    <a:pt x="6376844" y="10172418"/>
                  </a:cubicBezTo>
                  <a:lnTo>
                    <a:pt x="142417" y="10172418"/>
                  </a:lnTo>
                  <a:cubicBezTo>
                    <a:pt x="104646" y="10172418"/>
                    <a:pt x="68421" y="10157413"/>
                    <a:pt x="41713" y="10130705"/>
                  </a:cubicBezTo>
                  <a:cubicBezTo>
                    <a:pt x="15005" y="10103996"/>
                    <a:pt x="0" y="10067772"/>
                    <a:pt x="0" y="10030001"/>
                  </a:cubicBezTo>
                  <a:lnTo>
                    <a:pt x="0" y="142417"/>
                  </a:lnTo>
                  <a:cubicBezTo>
                    <a:pt x="0" y="104646"/>
                    <a:pt x="15005" y="68421"/>
                    <a:pt x="41713" y="41713"/>
                  </a:cubicBezTo>
                  <a:cubicBezTo>
                    <a:pt x="68421" y="15005"/>
                    <a:pt x="104646" y="0"/>
                    <a:pt x="142417" y="0"/>
                  </a:cubicBezTo>
                  <a:lnTo>
                    <a:pt x="6376844" y="0"/>
                  </a:lnTo>
                  <a:cubicBezTo>
                    <a:pt x="6414615" y="0"/>
                    <a:pt x="6450840" y="15005"/>
                    <a:pt x="6477548" y="41713"/>
                  </a:cubicBezTo>
                  <a:cubicBezTo>
                    <a:pt x="6504256" y="68421"/>
                    <a:pt x="6519261" y="104646"/>
                    <a:pt x="6519261" y="142417"/>
                  </a:cubicBezTo>
                  <a:close/>
                </a:path>
              </a:pathLst>
            </a:custGeom>
            <a:solidFill>
              <a:srgbClr val="12F1FF">
                <a:alpha val="97647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519261" cy="1022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72022" y="1526528"/>
            <a:ext cx="5436082" cy="8482177"/>
            <a:chOff x="0" y="0"/>
            <a:chExt cx="6519261" cy="101724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19261" cy="10172418"/>
            </a:xfrm>
            <a:custGeom>
              <a:avLst/>
              <a:gdLst/>
              <a:ahLst/>
              <a:cxnLst/>
              <a:rect r="r" b="b" t="t" l="l"/>
              <a:pathLst>
                <a:path h="10172418" w="6519261">
                  <a:moveTo>
                    <a:pt x="6519261" y="142417"/>
                  </a:moveTo>
                  <a:lnTo>
                    <a:pt x="6519261" y="10030001"/>
                  </a:lnTo>
                  <a:cubicBezTo>
                    <a:pt x="6519261" y="10108656"/>
                    <a:pt x="6455499" y="10172418"/>
                    <a:pt x="6376844" y="10172418"/>
                  </a:cubicBezTo>
                  <a:lnTo>
                    <a:pt x="142417" y="10172418"/>
                  </a:lnTo>
                  <a:cubicBezTo>
                    <a:pt x="104646" y="10172418"/>
                    <a:pt x="68421" y="10157413"/>
                    <a:pt x="41713" y="10130705"/>
                  </a:cubicBezTo>
                  <a:cubicBezTo>
                    <a:pt x="15005" y="10103996"/>
                    <a:pt x="0" y="10067772"/>
                    <a:pt x="0" y="10030001"/>
                  </a:cubicBezTo>
                  <a:lnTo>
                    <a:pt x="0" y="142417"/>
                  </a:lnTo>
                  <a:cubicBezTo>
                    <a:pt x="0" y="104646"/>
                    <a:pt x="15005" y="68421"/>
                    <a:pt x="41713" y="41713"/>
                  </a:cubicBezTo>
                  <a:cubicBezTo>
                    <a:pt x="68421" y="15005"/>
                    <a:pt x="104646" y="0"/>
                    <a:pt x="142417" y="0"/>
                  </a:cubicBezTo>
                  <a:lnTo>
                    <a:pt x="6376844" y="0"/>
                  </a:lnTo>
                  <a:cubicBezTo>
                    <a:pt x="6414615" y="0"/>
                    <a:pt x="6450840" y="15005"/>
                    <a:pt x="6477548" y="41713"/>
                  </a:cubicBezTo>
                  <a:cubicBezTo>
                    <a:pt x="6504256" y="68421"/>
                    <a:pt x="6519261" y="104646"/>
                    <a:pt x="6519261" y="142417"/>
                  </a:cubicBezTo>
                  <a:close/>
                </a:path>
              </a:pathLst>
            </a:custGeom>
            <a:solidFill>
              <a:srgbClr val="12F1FF">
                <a:alpha val="97647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519261" cy="1022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080783" y="4851740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1080783" y="5885385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1184455" y="6685050"/>
            <a:ext cx="358499" cy="4944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1152395" y="8028785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2515662" y="4799831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515662" y="6189575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515662" y="7547210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515662" y="8796188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989639" y="2414078"/>
            <a:ext cx="4038878" cy="2122247"/>
          </a:xfrm>
          <a:custGeom>
            <a:avLst/>
            <a:gdLst/>
            <a:ahLst/>
            <a:cxnLst/>
            <a:rect r="r" b="b" t="t" l="l"/>
            <a:pathLst>
              <a:path h="2122247" w="4038878">
                <a:moveTo>
                  <a:pt x="0" y="0"/>
                </a:moveTo>
                <a:lnTo>
                  <a:pt x="4038879" y="0"/>
                </a:lnTo>
                <a:lnTo>
                  <a:pt x="4038879" y="2122247"/>
                </a:lnTo>
                <a:lnTo>
                  <a:pt x="0" y="21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854996" y="4880769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2"/>
                </a:lnTo>
                <a:lnTo>
                  <a:pt x="0" y="525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8430248">
            <a:off x="1894416" y="1022502"/>
            <a:ext cx="595404" cy="1799297"/>
          </a:xfrm>
          <a:custGeom>
            <a:avLst/>
            <a:gdLst/>
            <a:ahLst/>
            <a:cxnLst/>
            <a:rect r="r" b="b" t="t" l="l"/>
            <a:pathLst>
              <a:path h="1799297" w="595404">
                <a:moveTo>
                  <a:pt x="0" y="0"/>
                </a:moveTo>
                <a:lnTo>
                  <a:pt x="595404" y="0"/>
                </a:lnTo>
                <a:lnTo>
                  <a:pt x="595404" y="1799297"/>
                </a:lnTo>
                <a:lnTo>
                  <a:pt x="0" y="17992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854996" y="6718660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959658" y="8560230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932986" y="2332710"/>
            <a:ext cx="4038878" cy="2122247"/>
          </a:xfrm>
          <a:custGeom>
            <a:avLst/>
            <a:gdLst/>
            <a:ahLst/>
            <a:cxnLst/>
            <a:rect r="r" b="b" t="t" l="l"/>
            <a:pathLst>
              <a:path h="2122247" w="4038878">
                <a:moveTo>
                  <a:pt x="0" y="0"/>
                </a:moveTo>
                <a:lnTo>
                  <a:pt x="4038878" y="0"/>
                </a:lnTo>
                <a:lnTo>
                  <a:pt x="4038878" y="2122247"/>
                </a:lnTo>
                <a:lnTo>
                  <a:pt x="0" y="21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399947" y="3627441"/>
            <a:ext cx="1609380" cy="1971401"/>
          </a:xfrm>
          <a:custGeom>
            <a:avLst/>
            <a:gdLst/>
            <a:ahLst/>
            <a:cxnLst/>
            <a:rect r="r" b="b" t="t" l="l"/>
            <a:pathLst>
              <a:path h="1971401" w="1609380">
                <a:moveTo>
                  <a:pt x="0" y="0"/>
                </a:moveTo>
                <a:lnTo>
                  <a:pt x="1609380" y="0"/>
                </a:lnTo>
                <a:lnTo>
                  <a:pt x="1609380" y="1971401"/>
                </a:lnTo>
                <a:lnTo>
                  <a:pt x="0" y="19714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01430" y="6065140"/>
            <a:ext cx="2206414" cy="1022974"/>
          </a:xfrm>
          <a:custGeom>
            <a:avLst/>
            <a:gdLst/>
            <a:ahLst/>
            <a:cxnLst/>
            <a:rect r="r" b="b" t="t" l="l"/>
            <a:pathLst>
              <a:path h="1022974" w="2206414">
                <a:moveTo>
                  <a:pt x="0" y="0"/>
                </a:moveTo>
                <a:lnTo>
                  <a:pt x="2206414" y="0"/>
                </a:lnTo>
                <a:lnTo>
                  <a:pt x="2206414" y="1022973"/>
                </a:lnTo>
                <a:lnTo>
                  <a:pt x="0" y="10229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601442" y="7778156"/>
            <a:ext cx="1706402" cy="1706402"/>
          </a:xfrm>
          <a:custGeom>
            <a:avLst/>
            <a:gdLst/>
            <a:ahLst/>
            <a:cxnLst/>
            <a:rect r="r" b="b" t="t" l="l"/>
            <a:pathLst>
              <a:path h="1706402" w="1706402">
                <a:moveTo>
                  <a:pt x="0" y="0"/>
                </a:moveTo>
                <a:lnTo>
                  <a:pt x="1706402" y="0"/>
                </a:lnTo>
                <a:lnTo>
                  <a:pt x="1706402" y="1706402"/>
                </a:lnTo>
                <a:lnTo>
                  <a:pt x="0" y="17064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AutoShape 39" id="39"/>
          <p:cNvSpPr/>
          <p:nvPr/>
        </p:nvSpPr>
        <p:spPr>
          <a:xfrm>
            <a:off x="13313108" y="5535116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13294063" y="7127843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4857052" y="4799831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946019" y="5874374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990063" y="8145503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29283" y="3684490"/>
            <a:ext cx="1562835" cy="1196279"/>
          </a:xfrm>
          <a:custGeom>
            <a:avLst/>
            <a:gdLst/>
            <a:ahLst/>
            <a:cxnLst/>
            <a:rect r="r" b="b" t="t" l="l"/>
            <a:pathLst>
              <a:path h="1196279" w="1562835">
                <a:moveTo>
                  <a:pt x="0" y="0"/>
                </a:moveTo>
                <a:lnTo>
                  <a:pt x="1562835" y="0"/>
                </a:lnTo>
                <a:lnTo>
                  <a:pt x="1562835" y="1196279"/>
                </a:lnTo>
                <a:lnTo>
                  <a:pt x="0" y="1196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29283" y="5390627"/>
            <a:ext cx="788522" cy="940753"/>
          </a:xfrm>
          <a:custGeom>
            <a:avLst/>
            <a:gdLst/>
            <a:ahLst/>
            <a:cxnLst/>
            <a:rect r="r" b="b" t="t" l="l"/>
            <a:pathLst>
              <a:path h="940753" w="788522">
                <a:moveTo>
                  <a:pt x="0" y="0"/>
                </a:moveTo>
                <a:lnTo>
                  <a:pt x="788522" y="0"/>
                </a:lnTo>
                <a:lnTo>
                  <a:pt x="788522" y="940753"/>
                </a:lnTo>
                <a:lnTo>
                  <a:pt x="0" y="94075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442736" y="7284870"/>
            <a:ext cx="439085" cy="439085"/>
          </a:xfrm>
          <a:custGeom>
            <a:avLst/>
            <a:gdLst/>
            <a:ahLst/>
            <a:cxnLst/>
            <a:rect r="r" b="b" t="t" l="l"/>
            <a:pathLst>
              <a:path h="439085" w="439085">
                <a:moveTo>
                  <a:pt x="0" y="0"/>
                </a:moveTo>
                <a:lnTo>
                  <a:pt x="439085" y="0"/>
                </a:lnTo>
                <a:lnTo>
                  <a:pt x="439085" y="439085"/>
                </a:lnTo>
                <a:lnTo>
                  <a:pt x="0" y="43908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7" id="47"/>
          <p:cNvSpPr/>
          <p:nvPr/>
        </p:nvSpPr>
        <p:spPr>
          <a:xfrm>
            <a:off x="1119942" y="6674286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 flipH="true">
            <a:off x="729340" y="6715036"/>
            <a:ext cx="305060" cy="5290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>
            <a:off x="1331618" y="6706751"/>
            <a:ext cx="548766" cy="2680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974603" y="7355080"/>
            <a:ext cx="577745" cy="527914"/>
          </a:xfrm>
          <a:custGeom>
            <a:avLst/>
            <a:gdLst/>
            <a:ahLst/>
            <a:cxnLst/>
            <a:rect r="r" b="b" t="t" l="l"/>
            <a:pathLst>
              <a:path h="527914" w="577745">
                <a:moveTo>
                  <a:pt x="0" y="0"/>
                </a:moveTo>
                <a:lnTo>
                  <a:pt x="577745" y="0"/>
                </a:lnTo>
                <a:lnTo>
                  <a:pt x="577745" y="527914"/>
                </a:lnTo>
                <a:lnTo>
                  <a:pt x="0" y="52791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936370" y="6629057"/>
            <a:ext cx="498786" cy="498786"/>
          </a:xfrm>
          <a:custGeom>
            <a:avLst/>
            <a:gdLst/>
            <a:ahLst/>
            <a:cxnLst/>
            <a:rect r="r" b="b" t="t" l="l"/>
            <a:pathLst>
              <a:path h="498786" w="498786">
                <a:moveTo>
                  <a:pt x="0" y="0"/>
                </a:moveTo>
                <a:lnTo>
                  <a:pt x="498786" y="0"/>
                </a:lnTo>
                <a:lnTo>
                  <a:pt x="498786" y="498786"/>
                </a:lnTo>
                <a:lnTo>
                  <a:pt x="0" y="49878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542953" y="7179491"/>
            <a:ext cx="541341" cy="541341"/>
          </a:xfrm>
          <a:custGeom>
            <a:avLst/>
            <a:gdLst/>
            <a:ahLst/>
            <a:cxnLst/>
            <a:rect r="r" b="b" t="t" l="l"/>
            <a:pathLst>
              <a:path h="541341" w="541341">
                <a:moveTo>
                  <a:pt x="0" y="0"/>
                </a:moveTo>
                <a:lnTo>
                  <a:pt x="541341" y="0"/>
                </a:lnTo>
                <a:lnTo>
                  <a:pt x="541341" y="541341"/>
                </a:lnTo>
                <a:lnTo>
                  <a:pt x="0" y="54134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688567" y="8744562"/>
            <a:ext cx="854386" cy="850450"/>
          </a:xfrm>
          <a:custGeom>
            <a:avLst/>
            <a:gdLst/>
            <a:ahLst/>
            <a:cxnLst/>
            <a:rect r="r" b="b" t="t" l="l"/>
            <a:pathLst>
              <a:path h="850450" w="854386">
                <a:moveTo>
                  <a:pt x="0" y="0"/>
                </a:moveTo>
                <a:lnTo>
                  <a:pt x="854386" y="0"/>
                </a:lnTo>
                <a:lnTo>
                  <a:pt x="854386" y="850450"/>
                </a:lnTo>
                <a:lnTo>
                  <a:pt x="0" y="85045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6376449" y="3963950"/>
            <a:ext cx="1848233" cy="1298383"/>
          </a:xfrm>
          <a:custGeom>
            <a:avLst/>
            <a:gdLst/>
            <a:ahLst/>
            <a:cxnLst/>
            <a:rect r="r" b="b" t="t" l="l"/>
            <a:pathLst>
              <a:path h="1298383" w="1848233">
                <a:moveTo>
                  <a:pt x="0" y="0"/>
                </a:moveTo>
                <a:lnTo>
                  <a:pt x="1848233" y="0"/>
                </a:lnTo>
                <a:lnTo>
                  <a:pt x="1848233" y="1298383"/>
                </a:lnTo>
                <a:lnTo>
                  <a:pt x="0" y="129838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AutoShape 55" id="55"/>
          <p:cNvSpPr/>
          <p:nvPr/>
        </p:nvSpPr>
        <p:spPr>
          <a:xfrm>
            <a:off x="7238572" y="5325118"/>
            <a:ext cx="0" cy="6107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6" id="56"/>
          <p:cNvSpPr/>
          <p:nvPr/>
        </p:nvSpPr>
        <p:spPr>
          <a:xfrm flipH="false" flipV="false" rot="0">
            <a:off x="6640668" y="7652707"/>
            <a:ext cx="1167328" cy="1170254"/>
          </a:xfrm>
          <a:custGeom>
            <a:avLst/>
            <a:gdLst/>
            <a:ahLst/>
            <a:cxnLst/>
            <a:rect r="r" b="b" t="t" l="l"/>
            <a:pathLst>
              <a:path h="1170254" w="1167328">
                <a:moveTo>
                  <a:pt x="0" y="0"/>
                </a:moveTo>
                <a:lnTo>
                  <a:pt x="1167328" y="0"/>
                </a:lnTo>
                <a:lnTo>
                  <a:pt x="1167328" y="1170254"/>
                </a:lnTo>
                <a:lnTo>
                  <a:pt x="0" y="11702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669147" y="5887267"/>
            <a:ext cx="1138849" cy="1138849"/>
          </a:xfrm>
          <a:custGeom>
            <a:avLst/>
            <a:gdLst/>
            <a:ahLst/>
            <a:cxnLst/>
            <a:rect r="r" b="b" t="t" l="l"/>
            <a:pathLst>
              <a:path h="1138849" w="1138849">
                <a:moveTo>
                  <a:pt x="0" y="0"/>
                </a:moveTo>
                <a:lnTo>
                  <a:pt x="1138849" y="0"/>
                </a:lnTo>
                <a:lnTo>
                  <a:pt x="1138849" y="1138849"/>
                </a:lnTo>
                <a:lnTo>
                  <a:pt x="0" y="1138849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8" id="58"/>
          <p:cNvSpPr/>
          <p:nvPr/>
        </p:nvSpPr>
        <p:spPr>
          <a:xfrm>
            <a:off x="7219522" y="6979505"/>
            <a:ext cx="0" cy="6107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9" id="59"/>
          <p:cNvSpPr/>
          <p:nvPr/>
        </p:nvSpPr>
        <p:spPr>
          <a:xfrm flipH="false" flipV="false" rot="0">
            <a:off x="6883028" y="9058919"/>
            <a:ext cx="1341653" cy="683327"/>
          </a:xfrm>
          <a:custGeom>
            <a:avLst/>
            <a:gdLst/>
            <a:ahLst/>
            <a:cxnLst/>
            <a:rect r="r" b="b" t="t" l="l"/>
            <a:pathLst>
              <a:path h="683327" w="1341653">
                <a:moveTo>
                  <a:pt x="0" y="0"/>
                </a:moveTo>
                <a:lnTo>
                  <a:pt x="1341654" y="0"/>
                </a:lnTo>
                <a:lnTo>
                  <a:pt x="1341654" y="683326"/>
                </a:lnTo>
                <a:lnTo>
                  <a:pt x="0" y="68332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3233275" y="4633531"/>
            <a:ext cx="2284101" cy="125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Chooses among the four recovery strategy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317097" y="7417228"/>
            <a:ext cx="2284101" cy="125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Decision making engine based on constraints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283046" y="8739038"/>
            <a:ext cx="2284101" cy="8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accomodation and restaurant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836475" y="2588848"/>
            <a:ext cx="2284101" cy="155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Credit-Card and Discount aware system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45382" y="288165"/>
            <a:ext cx="3175787" cy="80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229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Ops feature when ops alert is raised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509204" y="4765491"/>
            <a:ext cx="2044868" cy="16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Always offers best prices for travel packages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452054" y="6616718"/>
            <a:ext cx="2044868" cy="16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Our AI-agent takes the input and makes the call to LLM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509204" y="8494389"/>
            <a:ext cx="2044868" cy="8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Source of info-web search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810375" y="2449699"/>
            <a:ext cx="2284101" cy="155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URL- based</a:t>
            </a:r>
          </a:p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creator first </a:t>
            </a:r>
          </a:p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planner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463634" y="4555991"/>
            <a:ext cx="2044868" cy="8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 generation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5600226" y="5691211"/>
            <a:ext cx="2044868" cy="2091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Ease of decision making is proven to convert clients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524026" y="8086538"/>
            <a:ext cx="2121068" cy="155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2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leisurely scrolling through plans can increase the client conversion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62616" y="2748578"/>
            <a:ext cx="2284101" cy="102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Recovery Strategy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262009" y="6088969"/>
            <a:ext cx="2284101" cy="8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Retry, Replace,</a:t>
            </a:r>
          </a:p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Hold, Roll back</a:t>
            </a:r>
          </a:p>
        </p:txBody>
      </p:sp>
      <p:sp>
        <p:nvSpPr>
          <p:cNvPr name="AutoShape 74" id="74"/>
          <p:cNvSpPr/>
          <p:nvPr/>
        </p:nvSpPr>
        <p:spPr>
          <a:xfrm>
            <a:off x="7200472" y="8517595"/>
            <a:ext cx="0" cy="6107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24710" y="458184"/>
            <a:ext cx="306065" cy="336000"/>
          </a:xfrm>
          <a:custGeom>
            <a:avLst/>
            <a:gdLst/>
            <a:ahLst/>
            <a:cxnLst/>
            <a:rect r="r" b="b" t="t" l="l"/>
            <a:pathLst>
              <a:path h="336000" w="306065">
                <a:moveTo>
                  <a:pt x="0" y="0"/>
                </a:moveTo>
                <a:lnTo>
                  <a:pt x="306065" y="0"/>
                </a:lnTo>
                <a:lnTo>
                  <a:pt x="30606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972" y="439904"/>
            <a:ext cx="253149" cy="354280"/>
          </a:xfrm>
          <a:custGeom>
            <a:avLst/>
            <a:gdLst/>
            <a:ahLst/>
            <a:cxnLst/>
            <a:rect r="r" b="b" t="t" l="l"/>
            <a:pathLst>
              <a:path h="354280" w="253149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69132" y="-37044"/>
            <a:ext cx="5986174" cy="156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1"/>
              </a:lnSpc>
              <a:spcBef>
                <a:spcPct val="0"/>
              </a:spcBef>
            </a:pPr>
            <a:r>
              <a:rPr lang="en-US" sz="9101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SYSTEM FLOW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577627" y="180017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22268" y="180017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4"/>
                </a:lnTo>
                <a:lnTo>
                  <a:pt x="0" y="5563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90203" y="161737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75629" y="1424128"/>
            <a:ext cx="5436082" cy="8482177"/>
            <a:chOff x="0" y="0"/>
            <a:chExt cx="6519261" cy="10172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19261" cy="10172418"/>
            </a:xfrm>
            <a:custGeom>
              <a:avLst/>
              <a:gdLst/>
              <a:ahLst/>
              <a:cxnLst/>
              <a:rect r="r" b="b" t="t" l="l"/>
              <a:pathLst>
                <a:path h="10172418" w="6519261">
                  <a:moveTo>
                    <a:pt x="6519261" y="142417"/>
                  </a:moveTo>
                  <a:lnTo>
                    <a:pt x="6519261" y="10030001"/>
                  </a:lnTo>
                  <a:cubicBezTo>
                    <a:pt x="6519261" y="10108656"/>
                    <a:pt x="6455499" y="10172418"/>
                    <a:pt x="6376844" y="10172418"/>
                  </a:cubicBezTo>
                  <a:lnTo>
                    <a:pt x="142417" y="10172418"/>
                  </a:lnTo>
                  <a:cubicBezTo>
                    <a:pt x="104646" y="10172418"/>
                    <a:pt x="68421" y="10157413"/>
                    <a:pt x="41713" y="10130705"/>
                  </a:cubicBezTo>
                  <a:cubicBezTo>
                    <a:pt x="15005" y="10103996"/>
                    <a:pt x="0" y="10067772"/>
                    <a:pt x="0" y="10030001"/>
                  </a:cubicBezTo>
                  <a:lnTo>
                    <a:pt x="0" y="142417"/>
                  </a:lnTo>
                  <a:cubicBezTo>
                    <a:pt x="0" y="104646"/>
                    <a:pt x="15005" y="68421"/>
                    <a:pt x="41713" y="41713"/>
                  </a:cubicBezTo>
                  <a:cubicBezTo>
                    <a:pt x="68421" y="15005"/>
                    <a:pt x="104646" y="0"/>
                    <a:pt x="142417" y="0"/>
                  </a:cubicBezTo>
                  <a:lnTo>
                    <a:pt x="6376844" y="0"/>
                  </a:lnTo>
                  <a:cubicBezTo>
                    <a:pt x="6414615" y="0"/>
                    <a:pt x="6450840" y="15005"/>
                    <a:pt x="6477548" y="41713"/>
                  </a:cubicBezTo>
                  <a:cubicBezTo>
                    <a:pt x="6504256" y="68421"/>
                    <a:pt x="6519261" y="104646"/>
                    <a:pt x="6519261" y="142417"/>
                  </a:cubicBezTo>
                  <a:close/>
                </a:path>
              </a:pathLst>
            </a:custGeom>
            <a:solidFill>
              <a:srgbClr val="12F1FF">
                <a:alpha val="97647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519261" cy="1022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74603" y="2414078"/>
            <a:ext cx="4038878" cy="2122247"/>
          </a:xfrm>
          <a:custGeom>
            <a:avLst/>
            <a:gdLst/>
            <a:ahLst/>
            <a:cxnLst/>
            <a:rect r="r" b="b" t="t" l="l"/>
            <a:pathLst>
              <a:path h="2122247" w="4038878">
                <a:moveTo>
                  <a:pt x="0" y="0"/>
                </a:moveTo>
                <a:lnTo>
                  <a:pt x="4038879" y="0"/>
                </a:lnTo>
                <a:lnTo>
                  <a:pt x="4038879" y="2122247"/>
                </a:lnTo>
                <a:lnTo>
                  <a:pt x="0" y="21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287961" y="1507273"/>
            <a:ext cx="5436082" cy="8482177"/>
            <a:chOff x="0" y="0"/>
            <a:chExt cx="6519261" cy="101724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19261" cy="10172418"/>
            </a:xfrm>
            <a:custGeom>
              <a:avLst/>
              <a:gdLst/>
              <a:ahLst/>
              <a:cxnLst/>
              <a:rect r="r" b="b" t="t" l="l"/>
              <a:pathLst>
                <a:path h="10172418" w="6519261">
                  <a:moveTo>
                    <a:pt x="6519261" y="142417"/>
                  </a:moveTo>
                  <a:lnTo>
                    <a:pt x="6519261" y="10030001"/>
                  </a:lnTo>
                  <a:cubicBezTo>
                    <a:pt x="6519261" y="10108656"/>
                    <a:pt x="6455499" y="10172418"/>
                    <a:pt x="6376844" y="10172418"/>
                  </a:cubicBezTo>
                  <a:lnTo>
                    <a:pt x="142417" y="10172418"/>
                  </a:lnTo>
                  <a:cubicBezTo>
                    <a:pt x="104646" y="10172418"/>
                    <a:pt x="68421" y="10157413"/>
                    <a:pt x="41713" y="10130705"/>
                  </a:cubicBezTo>
                  <a:cubicBezTo>
                    <a:pt x="15005" y="10103996"/>
                    <a:pt x="0" y="10067772"/>
                    <a:pt x="0" y="10030001"/>
                  </a:cubicBezTo>
                  <a:lnTo>
                    <a:pt x="0" y="142417"/>
                  </a:lnTo>
                  <a:cubicBezTo>
                    <a:pt x="0" y="104646"/>
                    <a:pt x="15005" y="68421"/>
                    <a:pt x="41713" y="41713"/>
                  </a:cubicBezTo>
                  <a:cubicBezTo>
                    <a:pt x="68421" y="15005"/>
                    <a:pt x="104646" y="0"/>
                    <a:pt x="142417" y="0"/>
                  </a:cubicBezTo>
                  <a:lnTo>
                    <a:pt x="6376844" y="0"/>
                  </a:lnTo>
                  <a:cubicBezTo>
                    <a:pt x="6414615" y="0"/>
                    <a:pt x="6450840" y="15005"/>
                    <a:pt x="6477548" y="41713"/>
                  </a:cubicBezTo>
                  <a:cubicBezTo>
                    <a:pt x="6504256" y="68421"/>
                    <a:pt x="6519261" y="104646"/>
                    <a:pt x="6519261" y="142417"/>
                  </a:cubicBezTo>
                  <a:close/>
                </a:path>
              </a:pathLst>
            </a:custGeom>
            <a:solidFill>
              <a:srgbClr val="12F1FF">
                <a:alpha val="97647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519261" cy="1022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94693" y="1424128"/>
            <a:ext cx="5436082" cy="8482177"/>
            <a:chOff x="0" y="0"/>
            <a:chExt cx="6519261" cy="101724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19261" cy="10172418"/>
            </a:xfrm>
            <a:custGeom>
              <a:avLst/>
              <a:gdLst/>
              <a:ahLst/>
              <a:cxnLst/>
              <a:rect r="r" b="b" t="t" l="l"/>
              <a:pathLst>
                <a:path h="10172418" w="6519261">
                  <a:moveTo>
                    <a:pt x="6519261" y="142417"/>
                  </a:moveTo>
                  <a:lnTo>
                    <a:pt x="6519261" y="10030001"/>
                  </a:lnTo>
                  <a:cubicBezTo>
                    <a:pt x="6519261" y="10108656"/>
                    <a:pt x="6455499" y="10172418"/>
                    <a:pt x="6376844" y="10172418"/>
                  </a:cubicBezTo>
                  <a:lnTo>
                    <a:pt x="142417" y="10172418"/>
                  </a:lnTo>
                  <a:cubicBezTo>
                    <a:pt x="104646" y="10172418"/>
                    <a:pt x="68421" y="10157413"/>
                    <a:pt x="41713" y="10130705"/>
                  </a:cubicBezTo>
                  <a:cubicBezTo>
                    <a:pt x="15005" y="10103996"/>
                    <a:pt x="0" y="10067772"/>
                    <a:pt x="0" y="10030001"/>
                  </a:cubicBezTo>
                  <a:lnTo>
                    <a:pt x="0" y="142417"/>
                  </a:lnTo>
                  <a:cubicBezTo>
                    <a:pt x="0" y="104646"/>
                    <a:pt x="15005" y="68421"/>
                    <a:pt x="41713" y="41713"/>
                  </a:cubicBezTo>
                  <a:cubicBezTo>
                    <a:pt x="68421" y="15005"/>
                    <a:pt x="104646" y="0"/>
                    <a:pt x="142417" y="0"/>
                  </a:cubicBezTo>
                  <a:lnTo>
                    <a:pt x="6376844" y="0"/>
                  </a:lnTo>
                  <a:cubicBezTo>
                    <a:pt x="6414615" y="0"/>
                    <a:pt x="6450840" y="15005"/>
                    <a:pt x="6477548" y="41713"/>
                  </a:cubicBezTo>
                  <a:cubicBezTo>
                    <a:pt x="6504256" y="68421"/>
                    <a:pt x="6519261" y="104646"/>
                    <a:pt x="6519261" y="142417"/>
                  </a:cubicBezTo>
                  <a:close/>
                </a:path>
              </a:pathLst>
            </a:custGeom>
            <a:solidFill>
              <a:srgbClr val="12F1FF">
                <a:alpha val="97647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519261" cy="1022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080783" y="4851740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1099829" y="6438745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1087488" y="8059962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2515662" y="4799831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482781" y="6318008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515662" y="8333750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989639" y="2414078"/>
            <a:ext cx="4038878" cy="2122247"/>
          </a:xfrm>
          <a:custGeom>
            <a:avLst/>
            <a:gdLst/>
            <a:ahLst/>
            <a:cxnLst/>
            <a:rect r="r" b="b" t="t" l="l"/>
            <a:pathLst>
              <a:path h="2122247" w="4038878">
                <a:moveTo>
                  <a:pt x="0" y="0"/>
                </a:moveTo>
                <a:lnTo>
                  <a:pt x="4038879" y="0"/>
                </a:lnTo>
                <a:lnTo>
                  <a:pt x="4038879" y="2122247"/>
                </a:lnTo>
                <a:lnTo>
                  <a:pt x="0" y="21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854996" y="4880769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8" y="0"/>
                </a:lnTo>
                <a:lnTo>
                  <a:pt x="578008" y="525462"/>
                </a:lnTo>
                <a:lnTo>
                  <a:pt x="0" y="525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8430248">
            <a:off x="1894416" y="1022502"/>
            <a:ext cx="595404" cy="1799297"/>
          </a:xfrm>
          <a:custGeom>
            <a:avLst/>
            <a:gdLst/>
            <a:ahLst/>
            <a:cxnLst/>
            <a:rect r="r" b="b" t="t" l="l"/>
            <a:pathLst>
              <a:path h="1799297" w="595404">
                <a:moveTo>
                  <a:pt x="0" y="0"/>
                </a:moveTo>
                <a:lnTo>
                  <a:pt x="595404" y="0"/>
                </a:lnTo>
                <a:lnTo>
                  <a:pt x="595404" y="1799297"/>
                </a:lnTo>
                <a:lnTo>
                  <a:pt x="0" y="17992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752863" y="6399835"/>
            <a:ext cx="596876" cy="542615"/>
          </a:xfrm>
          <a:custGeom>
            <a:avLst/>
            <a:gdLst/>
            <a:ahLst/>
            <a:cxnLst/>
            <a:rect r="r" b="b" t="t" l="l"/>
            <a:pathLst>
              <a:path h="542615" w="596876">
                <a:moveTo>
                  <a:pt x="0" y="0"/>
                </a:moveTo>
                <a:lnTo>
                  <a:pt x="596876" y="0"/>
                </a:lnTo>
                <a:lnTo>
                  <a:pt x="596876" y="542615"/>
                </a:lnTo>
                <a:lnTo>
                  <a:pt x="0" y="542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771732" y="8455858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932986" y="2332710"/>
            <a:ext cx="4038878" cy="2122247"/>
          </a:xfrm>
          <a:custGeom>
            <a:avLst/>
            <a:gdLst/>
            <a:ahLst/>
            <a:cxnLst/>
            <a:rect r="r" b="b" t="t" l="l"/>
            <a:pathLst>
              <a:path h="2122247" w="4038878">
                <a:moveTo>
                  <a:pt x="0" y="0"/>
                </a:moveTo>
                <a:lnTo>
                  <a:pt x="4038878" y="0"/>
                </a:lnTo>
                <a:lnTo>
                  <a:pt x="4038878" y="2122247"/>
                </a:lnTo>
                <a:lnTo>
                  <a:pt x="0" y="21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34" id="34"/>
          <p:cNvSpPr/>
          <p:nvPr/>
        </p:nvSpPr>
        <p:spPr>
          <a:xfrm>
            <a:off x="13313108" y="5269187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13294063" y="7212357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4857052" y="4799831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4784094" y="6562652"/>
            <a:ext cx="578007" cy="525461"/>
          </a:xfrm>
          <a:custGeom>
            <a:avLst/>
            <a:gdLst/>
            <a:ahLst/>
            <a:cxnLst/>
            <a:rect r="r" b="b" t="t" l="l"/>
            <a:pathLst>
              <a:path h="525461" w="578007">
                <a:moveTo>
                  <a:pt x="0" y="0"/>
                </a:moveTo>
                <a:lnTo>
                  <a:pt x="578007" y="0"/>
                </a:lnTo>
                <a:lnTo>
                  <a:pt x="578007" y="525461"/>
                </a:lnTo>
                <a:lnTo>
                  <a:pt x="0" y="525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64125" y="3502280"/>
            <a:ext cx="1297551" cy="1297551"/>
          </a:xfrm>
          <a:custGeom>
            <a:avLst/>
            <a:gdLst/>
            <a:ahLst/>
            <a:cxnLst/>
            <a:rect r="r" b="b" t="t" l="l"/>
            <a:pathLst>
              <a:path h="1297551" w="1297551">
                <a:moveTo>
                  <a:pt x="0" y="0"/>
                </a:moveTo>
                <a:lnTo>
                  <a:pt x="1297550" y="0"/>
                </a:lnTo>
                <a:lnTo>
                  <a:pt x="1297550" y="1297551"/>
                </a:lnTo>
                <a:lnTo>
                  <a:pt x="0" y="12975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709281" y="5457031"/>
            <a:ext cx="743005" cy="1119596"/>
          </a:xfrm>
          <a:custGeom>
            <a:avLst/>
            <a:gdLst/>
            <a:ahLst/>
            <a:cxnLst/>
            <a:rect r="r" b="b" t="t" l="l"/>
            <a:pathLst>
              <a:path h="1119596" w="743005">
                <a:moveTo>
                  <a:pt x="0" y="0"/>
                </a:moveTo>
                <a:lnTo>
                  <a:pt x="743005" y="0"/>
                </a:lnTo>
                <a:lnTo>
                  <a:pt x="743005" y="1119596"/>
                </a:lnTo>
                <a:lnTo>
                  <a:pt x="0" y="11195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29546" y="7044658"/>
            <a:ext cx="1137833" cy="1137833"/>
          </a:xfrm>
          <a:custGeom>
            <a:avLst/>
            <a:gdLst/>
            <a:ahLst/>
            <a:cxnLst/>
            <a:rect r="r" b="b" t="t" l="l"/>
            <a:pathLst>
              <a:path h="1137833" w="1137833">
                <a:moveTo>
                  <a:pt x="0" y="0"/>
                </a:moveTo>
                <a:lnTo>
                  <a:pt x="1137833" y="0"/>
                </a:lnTo>
                <a:lnTo>
                  <a:pt x="1137833" y="1137833"/>
                </a:lnTo>
                <a:lnTo>
                  <a:pt x="0" y="113783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49475" y="8718589"/>
            <a:ext cx="927524" cy="927524"/>
          </a:xfrm>
          <a:custGeom>
            <a:avLst/>
            <a:gdLst/>
            <a:ahLst/>
            <a:cxnLst/>
            <a:rect r="r" b="b" t="t" l="l"/>
            <a:pathLst>
              <a:path h="927524" w="927524">
                <a:moveTo>
                  <a:pt x="0" y="0"/>
                </a:moveTo>
                <a:lnTo>
                  <a:pt x="927525" y="0"/>
                </a:lnTo>
                <a:lnTo>
                  <a:pt x="927525" y="927524"/>
                </a:lnTo>
                <a:lnTo>
                  <a:pt x="0" y="92752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437546" y="3333864"/>
            <a:ext cx="1462270" cy="1337312"/>
          </a:xfrm>
          <a:custGeom>
            <a:avLst/>
            <a:gdLst/>
            <a:ahLst/>
            <a:cxnLst/>
            <a:rect r="r" b="b" t="t" l="l"/>
            <a:pathLst>
              <a:path h="1337312" w="1462270">
                <a:moveTo>
                  <a:pt x="0" y="0"/>
                </a:moveTo>
                <a:lnTo>
                  <a:pt x="1462270" y="0"/>
                </a:lnTo>
                <a:lnTo>
                  <a:pt x="1462270" y="1337312"/>
                </a:lnTo>
                <a:lnTo>
                  <a:pt x="0" y="133731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551061" y="5390627"/>
            <a:ext cx="1354076" cy="1214719"/>
          </a:xfrm>
          <a:custGeom>
            <a:avLst/>
            <a:gdLst/>
            <a:ahLst/>
            <a:cxnLst/>
            <a:rect r="r" b="b" t="t" l="l"/>
            <a:pathLst>
              <a:path h="1214719" w="1354076">
                <a:moveTo>
                  <a:pt x="0" y="0"/>
                </a:moveTo>
                <a:lnTo>
                  <a:pt x="1354077" y="0"/>
                </a:lnTo>
                <a:lnTo>
                  <a:pt x="1354077" y="1214720"/>
                </a:lnTo>
                <a:lnTo>
                  <a:pt x="0" y="121472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665898" y="7267341"/>
            <a:ext cx="1137025" cy="1066736"/>
          </a:xfrm>
          <a:custGeom>
            <a:avLst/>
            <a:gdLst/>
            <a:ahLst/>
            <a:cxnLst/>
            <a:rect r="r" b="b" t="t" l="l"/>
            <a:pathLst>
              <a:path h="1066736" w="1137025">
                <a:moveTo>
                  <a:pt x="0" y="0"/>
                </a:moveTo>
                <a:lnTo>
                  <a:pt x="1137025" y="0"/>
                </a:lnTo>
                <a:lnTo>
                  <a:pt x="1137025" y="1066736"/>
                </a:lnTo>
                <a:lnTo>
                  <a:pt x="0" y="106673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754686" y="8793493"/>
            <a:ext cx="927524" cy="927524"/>
          </a:xfrm>
          <a:custGeom>
            <a:avLst/>
            <a:gdLst/>
            <a:ahLst/>
            <a:cxnLst/>
            <a:rect r="r" b="b" t="t" l="l"/>
            <a:pathLst>
              <a:path h="927524" w="927524">
                <a:moveTo>
                  <a:pt x="0" y="0"/>
                </a:moveTo>
                <a:lnTo>
                  <a:pt x="927524" y="0"/>
                </a:lnTo>
                <a:lnTo>
                  <a:pt x="927524" y="927525"/>
                </a:lnTo>
                <a:lnTo>
                  <a:pt x="0" y="9275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6" id="46"/>
          <p:cNvSpPr/>
          <p:nvPr/>
        </p:nvSpPr>
        <p:spPr>
          <a:xfrm>
            <a:off x="7161977" y="4658184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>
            <a:off x="7227706" y="6656338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>
            <a:off x="7181022" y="8182909"/>
            <a:ext cx="13408" cy="6105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2413658" y="3521635"/>
            <a:ext cx="1787626" cy="1621865"/>
          </a:xfrm>
          <a:custGeom>
            <a:avLst/>
            <a:gdLst/>
            <a:ahLst/>
            <a:cxnLst/>
            <a:rect r="r" b="b" t="t" l="l"/>
            <a:pathLst>
              <a:path h="1621865" w="1787626">
                <a:moveTo>
                  <a:pt x="0" y="0"/>
                </a:moveTo>
                <a:lnTo>
                  <a:pt x="1787626" y="0"/>
                </a:lnTo>
                <a:lnTo>
                  <a:pt x="1787626" y="1621865"/>
                </a:lnTo>
                <a:lnTo>
                  <a:pt x="0" y="162186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2764052" y="5997987"/>
            <a:ext cx="1098113" cy="1090126"/>
          </a:xfrm>
          <a:custGeom>
            <a:avLst/>
            <a:gdLst/>
            <a:ahLst/>
            <a:cxnLst/>
            <a:rect r="r" b="b" t="t" l="l"/>
            <a:pathLst>
              <a:path h="1090126" w="1098113">
                <a:moveTo>
                  <a:pt x="0" y="0"/>
                </a:moveTo>
                <a:lnTo>
                  <a:pt x="1098112" y="0"/>
                </a:lnTo>
                <a:lnTo>
                  <a:pt x="1098112" y="1090126"/>
                </a:lnTo>
                <a:lnTo>
                  <a:pt x="0" y="109012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577627" y="7933694"/>
            <a:ext cx="2231564" cy="1736541"/>
          </a:xfrm>
          <a:custGeom>
            <a:avLst/>
            <a:gdLst/>
            <a:ahLst/>
            <a:cxnLst/>
            <a:rect r="r" b="b" t="t" l="l"/>
            <a:pathLst>
              <a:path h="1736541" w="2231564">
                <a:moveTo>
                  <a:pt x="0" y="0"/>
                </a:moveTo>
                <a:lnTo>
                  <a:pt x="2231564" y="0"/>
                </a:lnTo>
                <a:lnTo>
                  <a:pt x="2231564" y="1736541"/>
                </a:lnTo>
                <a:lnTo>
                  <a:pt x="0" y="1736541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3233275" y="4516738"/>
            <a:ext cx="2284101" cy="16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Monitors SLA breaches from admin dashboard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233275" y="8220698"/>
            <a:ext cx="2284101" cy="16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Supplier management Support and monitoring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99816" y="2588848"/>
            <a:ext cx="2284101" cy="155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Agent Performance Analytics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45382" y="288165"/>
            <a:ext cx="3719499" cy="802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229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Analytics for informed decision making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09204" y="4765491"/>
            <a:ext cx="2044868" cy="8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Our Top agents</a:t>
            </a:r>
          </a:p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dashboard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433004" y="6359838"/>
            <a:ext cx="2044868" cy="125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Incentives and bonuses for top performers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09204" y="8494389"/>
            <a:ext cx="2044868" cy="125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Performance data management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810375" y="2449699"/>
            <a:ext cx="2284101" cy="155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Social media and trend analysis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463634" y="4555991"/>
            <a:ext cx="2044868" cy="16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Better marketing strategy planning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62616" y="2748578"/>
            <a:ext cx="2284101" cy="102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Flaky Supplier analytics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262009" y="6260858"/>
            <a:ext cx="2284101" cy="16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Provides Loyalty badges to consistent suppliers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463634" y="6505502"/>
            <a:ext cx="2044868" cy="125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23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informed business decisions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2972" y="439904"/>
            <a:ext cx="253149" cy="354280"/>
          </a:xfrm>
          <a:custGeom>
            <a:avLst/>
            <a:gdLst/>
            <a:ahLst/>
            <a:cxnLst/>
            <a:rect r="r" b="b" t="t" l="l"/>
            <a:pathLst>
              <a:path h="354280" w="253149">
                <a:moveTo>
                  <a:pt x="0" y="0"/>
                </a:moveTo>
                <a:lnTo>
                  <a:pt x="253149" y="0"/>
                </a:lnTo>
                <a:lnTo>
                  <a:pt x="253149" y="354280"/>
                </a:lnTo>
                <a:lnTo>
                  <a:pt x="0" y="354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17631481" y="8597471"/>
            <a:ext cx="924223" cy="397435"/>
            <a:chOff x="0" y="0"/>
            <a:chExt cx="1347239" cy="5793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7239" cy="579341"/>
            </a:xfrm>
            <a:custGeom>
              <a:avLst/>
              <a:gdLst/>
              <a:ahLst/>
              <a:cxnLst/>
              <a:rect r="r" b="b" t="t" l="l"/>
              <a:pathLst>
                <a:path h="579341" w="1347239">
                  <a:moveTo>
                    <a:pt x="673619" y="0"/>
                  </a:moveTo>
                  <a:lnTo>
                    <a:pt x="1347239" y="579341"/>
                  </a:lnTo>
                  <a:lnTo>
                    <a:pt x="0" y="579341"/>
                  </a:lnTo>
                  <a:lnTo>
                    <a:pt x="673619" y="0"/>
                  </a:lnTo>
                  <a:close/>
                </a:path>
              </a:pathLst>
            </a:custGeom>
            <a:solidFill>
              <a:srgbClr val="12F1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210506" y="230880"/>
              <a:ext cx="926227" cy="3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640170" y="0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84811" y="60709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29452" y="60709"/>
            <a:ext cx="355359" cy="556335"/>
          </a:xfrm>
          <a:custGeom>
            <a:avLst/>
            <a:gdLst/>
            <a:ahLst/>
            <a:cxnLst/>
            <a:rect r="r" b="b" t="t" l="l"/>
            <a:pathLst>
              <a:path h="556335" w="355359">
                <a:moveTo>
                  <a:pt x="0" y="0"/>
                </a:moveTo>
                <a:lnTo>
                  <a:pt x="355359" y="0"/>
                </a:lnTo>
                <a:lnTo>
                  <a:pt x="355359" y="556335"/>
                </a:lnTo>
                <a:lnTo>
                  <a:pt x="0" y="556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6745" y="3051088"/>
            <a:ext cx="2148013" cy="4786659"/>
          </a:xfrm>
          <a:custGeom>
            <a:avLst/>
            <a:gdLst/>
            <a:ahLst/>
            <a:cxnLst/>
            <a:rect r="r" b="b" t="t" l="l"/>
            <a:pathLst>
              <a:path h="4786659" w="2148013">
                <a:moveTo>
                  <a:pt x="0" y="0"/>
                </a:moveTo>
                <a:lnTo>
                  <a:pt x="2148014" y="0"/>
                </a:lnTo>
                <a:lnTo>
                  <a:pt x="2148014" y="4786660"/>
                </a:lnTo>
                <a:lnTo>
                  <a:pt x="0" y="47866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99869" y="6126543"/>
            <a:ext cx="1711479" cy="3813882"/>
          </a:xfrm>
          <a:custGeom>
            <a:avLst/>
            <a:gdLst/>
            <a:ahLst/>
            <a:cxnLst/>
            <a:rect r="r" b="b" t="t" l="l"/>
            <a:pathLst>
              <a:path h="3813882" w="1711479">
                <a:moveTo>
                  <a:pt x="0" y="0"/>
                </a:moveTo>
                <a:lnTo>
                  <a:pt x="1711479" y="0"/>
                </a:lnTo>
                <a:lnTo>
                  <a:pt x="1711479" y="3813882"/>
                </a:lnTo>
                <a:lnTo>
                  <a:pt x="0" y="38138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96462" y="3697184"/>
            <a:ext cx="1522895" cy="3393638"/>
          </a:xfrm>
          <a:custGeom>
            <a:avLst/>
            <a:gdLst/>
            <a:ahLst/>
            <a:cxnLst/>
            <a:rect r="r" b="b" t="t" l="l"/>
            <a:pathLst>
              <a:path h="3393638" w="1522895">
                <a:moveTo>
                  <a:pt x="0" y="0"/>
                </a:moveTo>
                <a:lnTo>
                  <a:pt x="1522895" y="0"/>
                </a:lnTo>
                <a:lnTo>
                  <a:pt x="1522895" y="3393638"/>
                </a:lnTo>
                <a:lnTo>
                  <a:pt x="0" y="33936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20998" y="3697184"/>
            <a:ext cx="1541609" cy="3435341"/>
          </a:xfrm>
          <a:custGeom>
            <a:avLst/>
            <a:gdLst/>
            <a:ahLst/>
            <a:cxnLst/>
            <a:rect r="r" b="b" t="t" l="l"/>
            <a:pathLst>
              <a:path h="3435341" w="1541609">
                <a:moveTo>
                  <a:pt x="0" y="0"/>
                </a:moveTo>
                <a:lnTo>
                  <a:pt x="1541609" y="0"/>
                </a:lnTo>
                <a:lnTo>
                  <a:pt x="1541609" y="3435340"/>
                </a:lnTo>
                <a:lnTo>
                  <a:pt x="0" y="34353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52905" y="3697184"/>
            <a:ext cx="1541609" cy="3435341"/>
          </a:xfrm>
          <a:custGeom>
            <a:avLst/>
            <a:gdLst/>
            <a:ahLst/>
            <a:cxnLst/>
            <a:rect r="r" b="b" t="t" l="l"/>
            <a:pathLst>
              <a:path h="3435341" w="1541609">
                <a:moveTo>
                  <a:pt x="0" y="0"/>
                </a:moveTo>
                <a:lnTo>
                  <a:pt x="1541609" y="0"/>
                </a:lnTo>
                <a:lnTo>
                  <a:pt x="1541609" y="3435340"/>
                </a:lnTo>
                <a:lnTo>
                  <a:pt x="0" y="34353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84811" y="3676332"/>
            <a:ext cx="1541609" cy="3435341"/>
          </a:xfrm>
          <a:custGeom>
            <a:avLst/>
            <a:gdLst/>
            <a:ahLst/>
            <a:cxnLst/>
            <a:rect r="r" b="b" t="t" l="l"/>
            <a:pathLst>
              <a:path h="3435341" w="1541609">
                <a:moveTo>
                  <a:pt x="0" y="0"/>
                </a:moveTo>
                <a:lnTo>
                  <a:pt x="1541609" y="0"/>
                </a:lnTo>
                <a:lnTo>
                  <a:pt x="1541609" y="3435341"/>
                </a:lnTo>
                <a:lnTo>
                  <a:pt x="0" y="34353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312195" y="3676332"/>
            <a:ext cx="1541609" cy="3435341"/>
          </a:xfrm>
          <a:custGeom>
            <a:avLst/>
            <a:gdLst/>
            <a:ahLst/>
            <a:cxnLst/>
            <a:rect r="r" b="b" t="t" l="l"/>
            <a:pathLst>
              <a:path h="3435341" w="1541609">
                <a:moveTo>
                  <a:pt x="0" y="0"/>
                </a:moveTo>
                <a:lnTo>
                  <a:pt x="1541610" y="0"/>
                </a:lnTo>
                <a:lnTo>
                  <a:pt x="1541610" y="3435341"/>
                </a:lnTo>
                <a:lnTo>
                  <a:pt x="0" y="34353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339580" y="3697184"/>
            <a:ext cx="1541609" cy="3435341"/>
          </a:xfrm>
          <a:custGeom>
            <a:avLst/>
            <a:gdLst/>
            <a:ahLst/>
            <a:cxnLst/>
            <a:rect r="r" b="b" t="t" l="l"/>
            <a:pathLst>
              <a:path h="3435341" w="1541609">
                <a:moveTo>
                  <a:pt x="0" y="0"/>
                </a:moveTo>
                <a:lnTo>
                  <a:pt x="1541609" y="0"/>
                </a:lnTo>
                <a:lnTo>
                  <a:pt x="1541609" y="3435340"/>
                </a:lnTo>
                <a:lnTo>
                  <a:pt x="0" y="34353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20866" y="7376593"/>
            <a:ext cx="1274087" cy="2839191"/>
          </a:xfrm>
          <a:custGeom>
            <a:avLst/>
            <a:gdLst/>
            <a:ahLst/>
            <a:cxnLst/>
            <a:rect r="r" b="b" t="t" l="l"/>
            <a:pathLst>
              <a:path h="2839191" w="1274087">
                <a:moveTo>
                  <a:pt x="0" y="0"/>
                </a:moveTo>
                <a:lnTo>
                  <a:pt x="1274087" y="0"/>
                </a:lnTo>
                <a:lnTo>
                  <a:pt x="1274087" y="2839191"/>
                </a:lnTo>
                <a:lnTo>
                  <a:pt x="0" y="283919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71228" y="7357202"/>
            <a:ext cx="1282788" cy="2858581"/>
          </a:xfrm>
          <a:custGeom>
            <a:avLst/>
            <a:gdLst/>
            <a:ahLst/>
            <a:cxnLst/>
            <a:rect r="r" b="b" t="t" l="l"/>
            <a:pathLst>
              <a:path h="2858581" w="1282788">
                <a:moveTo>
                  <a:pt x="0" y="0"/>
                </a:moveTo>
                <a:lnTo>
                  <a:pt x="1282789" y="0"/>
                </a:lnTo>
                <a:lnTo>
                  <a:pt x="1282789" y="2858582"/>
                </a:lnTo>
                <a:lnTo>
                  <a:pt x="0" y="285858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06721" y="7357202"/>
            <a:ext cx="1233976" cy="2839191"/>
          </a:xfrm>
          <a:custGeom>
            <a:avLst/>
            <a:gdLst/>
            <a:ahLst/>
            <a:cxnLst/>
            <a:rect r="r" b="b" t="t" l="l"/>
            <a:pathLst>
              <a:path h="2839191" w="1233976">
                <a:moveTo>
                  <a:pt x="0" y="0"/>
                </a:moveTo>
                <a:lnTo>
                  <a:pt x="1233976" y="0"/>
                </a:lnTo>
                <a:lnTo>
                  <a:pt x="1233976" y="2839191"/>
                </a:lnTo>
                <a:lnTo>
                  <a:pt x="0" y="28391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625" t="0" r="-1625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400000">
            <a:off x="2393145" y="5050227"/>
            <a:ext cx="1613451" cy="1799996"/>
          </a:xfrm>
          <a:custGeom>
            <a:avLst/>
            <a:gdLst/>
            <a:ahLst/>
            <a:cxnLst/>
            <a:rect r="r" b="b" t="t" l="l"/>
            <a:pathLst>
              <a:path h="1799996" w="1613451">
                <a:moveTo>
                  <a:pt x="0" y="0"/>
                </a:moveTo>
                <a:lnTo>
                  <a:pt x="1613451" y="0"/>
                </a:lnTo>
                <a:lnTo>
                  <a:pt x="1613451" y="1799997"/>
                </a:lnTo>
                <a:lnTo>
                  <a:pt x="0" y="17999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2913854">
            <a:off x="2183237" y="3978820"/>
            <a:ext cx="1982319" cy="270316"/>
          </a:xfrm>
          <a:custGeom>
            <a:avLst/>
            <a:gdLst/>
            <a:ahLst/>
            <a:cxnLst/>
            <a:rect r="r" b="b" t="t" l="l"/>
            <a:pathLst>
              <a:path h="270316" w="1982319">
                <a:moveTo>
                  <a:pt x="0" y="0"/>
                </a:moveTo>
                <a:lnTo>
                  <a:pt x="1982319" y="0"/>
                </a:lnTo>
                <a:lnTo>
                  <a:pt x="1982319" y="270317"/>
                </a:lnTo>
                <a:lnTo>
                  <a:pt x="0" y="27031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767138">
            <a:off x="2563936" y="5167061"/>
            <a:ext cx="3722508" cy="507615"/>
          </a:xfrm>
          <a:custGeom>
            <a:avLst/>
            <a:gdLst/>
            <a:ahLst/>
            <a:cxnLst/>
            <a:rect r="r" b="b" t="t" l="l"/>
            <a:pathLst>
              <a:path h="507615" w="3722508">
                <a:moveTo>
                  <a:pt x="0" y="0"/>
                </a:moveTo>
                <a:lnTo>
                  <a:pt x="3722508" y="0"/>
                </a:lnTo>
                <a:lnTo>
                  <a:pt x="3722508" y="507615"/>
                </a:lnTo>
                <a:lnTo>
                  <a:pt x="0" y="50761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811348" y="7883025"/>
            <a:ext cx="609518" cy="609518"/>
          </a:xfrm>
          <a:custGeom>
            <a:avLst/>
            <a:gdLst/>
            <a:ahLst/>
            <a:cxnLst/>
            <a:rect r="r" b="b" t="t" l="l"/>
            <a:pathLst>
              <a:path h="609518" w="609518">
                <a:moveTo>
                  <a:pt x="0" y="0"/>
                </a:moveTo>
                <a:lnTo>
                  <a:pt x="609518" y="0"/>
                </a:lnTo>
                <a:lnTo>
                  <a:pt x="609518" y="609518"/>
                </a:lnTo>
                <a:lnTo>
                  <a:pt x="0" y="60951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728332" y="8029318"/>
            <a:ext cx="609518" cy="609518"/>
          </a:xfrm>
          <a:custGeom>
            <a:avLst/>
            <a:gdLst/>
            <a:ahLst/>
            <a:cxnLst/>
            <a:rect r="r" b="b" t="t" l="l"/>
            <a:pathLst>
              <a:path h="609518" w="609518">
                <a:moveTo>
                  <a:pt x="0" y="0"/>
                </a:moveTo>
                <a:lnTo>
                  <a:pt x="609518" y="0"/>
                </a:lnTo>
                <a:lnTo>
                  <a:pt x="609518" y="609518"/>
                </a:lnTo>
                <a:lnTo>
                  <a:pt x="0" y="60951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645315" y="8175610"/>
            <a:ext cx="761406" cy="761406"/>
          </a:xfrm>
          <a:custGeom>
            <a:avLst/>
            <a:gdLst/>
            <a:ahLst/>
            <a:cxnLst/>
            <a:rect r="r" b="b" t="t" l="l"/>
            <a:pathLst>
              <a:path h="761406" w="761406">
                <a:moveTo>
                  <a:pt x="0" y="0"/>
                </a:moveTo>
                <a:lnTo>
                  <a:pt x="761406" y="0"/>
                </a:lnTo>
                <a:lnTo>
                  <a:pt x="761406" y="761406"/>
                </a:lnTo>
                <a:lnTo>
                  <a:pt x="0" y="76140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2765265">
            <a:off x="7900142" y="4643043"/>
            <a:ext cx="390302" cy="390302"/>
          </a:xfrm>
          <a:custGeom>
            <a:avLst/>
            <a:gdLst/>
            <a:ahLst/>
            <a:cxnLst/>
            <a:rect r="r" b="b" t="t" l="l"/>
            <a:pathLst>
              <a:path h="390302" w="390302">
                <a:moveTo>
                  <a:pt x="0" y="0"/>
                </a:moveTo>
                <a:lnTo>
                  <a:pt x="390302" y="0"/>
                </a:lnTo>
                <a:lnTo>
                  <a:pt x="390302" y="390302"/>
                </a:lnTo>
                <a:lnTo>
                  <a:pt x="0" y="39030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2765265">
            <a:off x="9830867" y="4643043"/>
            <a:ext cx="390302" cy="390302"/>
          </a:xfrm>
          <a:custGeom>
            <a:avLst/>
            <a:gdLst/>
            <a:ahLst/>
            <a:cxnLst/>
            <a:rect r="r" b="b" t="t" l="l"/>
            <a:pathLst>
              <a:path h="390302" w="390302">
                <a:moveTo>
                  <a:pt x="0" y="0"/>
                </a:moveTo>
                <a:lnTo>
                  <a:pt x="390302" y="0"/>
                </a:lnTo>
                <a:lnTo>
                  <a:pt x="390302" y="390302"/>
                </a:lnTo>
                <a:lnTo>
                  <a:pt x="0" y="39030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2765265">
            <a:off x="11761592" y="4643043"/>
            <a:ext cx="390302" cy="390302"/>
          </a:xfrm>
          <a:custGeom>
            <a:avLst/>
            <a:gdLst/>
            <a:ahLst/>
            <a:cxnLst/>
            <a:rect r="r" b="b" t="t" l="l"/>
            <a:pathLst>
              <a:path h="390302" w="390302">
                <a:moveTo>
                  <a:pt x="0" y="0"/>
                </a:moveTo>
                <a:lnTo>
                  <a:pt x="390302" y="0"/>
                </a:lnTo>
                <a:lnTo>
                  <a:pt x="390302" y="390302"/>
                </a:lnTo>
                <a:lnTo>
                  <a:pt x="0" y="39030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2765265">
            <a:off x="13837463" y="4566300"/>
            <a:ext cx="390302" cy="390302"/>
          </a:xfrm>
          <a:custGeom>
            <a:avLst/>
            <a:gdLst/>
            <a:ahLst/>
            <a:cxnLst/>
            <a:rect r="r" b="b" t="t" l="l"/>
            <a:pathLst>
              <a:path h="390302" w="390302">
                <a:moveTo>
                  <a:pt x="0" y="0"/>
                </a:moveTo>
                <a:lnTo>
                  <a:pt x="390302" y="0"/>
                </a:lnTo>
                <a:lnTo>
                  <a:pt x="390302" y="390302"/>
                </a:lnTo>
                <a:lnTo>
                  <a:pt x="0" y="39030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765265">
            <a:off x="15913334" y="4489558"/>
            <a:ext cx="390302" cy="390302"/>
          </a:xfrm>
          <a:custGeom>
            <a:avLst/>
            <a:gdLst/>
            <a:ahLst/>
            <a:cxnLst/>
            <a:rect r="r" b="b" t="t" l="l"/>
            <a:pathLst>
              <a:path h="390302" w="390302">
                <a:moveTo>
                  <a:pt x="0" y="0"/>
                </a:moveTo>
                <a:lnTo>
                  <a:pt x="390302" y="0"/>
                </a:lnTo>
                <a:lnTo>
                  <a:pt x="390302" y="390301"/>
                </a:lnTo>
                <a:lnTo>
                  <a:pt x="0" y="39030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093210" y="1117772"/>
            <a:ext cx="1718139" cy="3828722"/>
          </a:xfrm>
          <a:custGeom>
            <a:avLst/>
            <a:gdLst/>
            <a:ahLst/>
            <a:cxnLst/>
            <a:rect r="r" b="b" t="t" l="l"/>
            <a:pathLst>
              <a:path h="3828722" w="1718139">
                <a:moveTo>
                  <a:pt x="0" y="0"/>
                </a:moveTo>
                <a:lnTo>
                  <a:pt x="1718138" y="0"/>
                </a:lnTo>
                <a:lnTo>
                  <a:pt x="1718138" y="3828722"/>
                </a:lnTo>
                <a:lnTo>
                  <a:pt x="0" y="382872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543270" y="1300505"/>
            <a:ext cx="1029280" cy="2293661"/>
          </a:xfrm>
          <a:custGeom>
            <a:avLst/>
            <a:gdLst/>
            <a:ahLst/>
            <a:cxnLst/>
            <a:rect r="r" b="b" t="t" l="l"/>
            <a:pathLst>
              <a:path h="2293661" w="1029280">
                <a:moveTo>
                  <a:pt x="0" y="0"/>
                </a:moveTo>
                <a:lnTo>
                  <a:pt x="1029280" y="0"/>
                </a:lnTo>
                <a:lnTo>
                  <a:pt x="1029280" y="2293661"/>
                </a:lnTo>
                <a:lnTo>
                  <a:pt x="0" y="22936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220998" y="1300505"/>
            <a:ext cx="1029280" cy="2293661"/>
          </a:xfrm>
          <a:custGeom>
            <a:avLst/>
            <a:gdLst/>
            <a:ahLst/>
            <a:cxnLst/>
            <a:rect r="r" b="b" t="t" l="l"/>
            <a:pathLst>
              <a:path h="2293661" w="1029280">
                <a:moveTo>
                  <a:pt x="0" y="0"/>
                </a:moveTo>
                <a:lnTo>
                  <a:pt x="1029280" y="0"/>
                </a:lnTo>
                <a:lnTo>
                  <a:pt x="1029280" y="2293661"/>
                </a:lnTo>
                <a:lnTo>
                  <a:pt x="0" y="229366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895611" y="1316239"/>
            <a:ext cx="1022220" cy="2277927"/>
          </a:xfrm>
          <a:custGeom>
            <a:avLst/>
            <a:gdLst/>
            <a:ahLst/>
            <a:cxnLst/>
            <a:rect r="r" b="b" t="t" l="l"/>
            <a:pathLst>
              <a:path h="2277927" w="1022220">
                <a:moveTo>
                  <a:pt x="0" y="0"/>
                </a:moveTo>
                <a:lnTo>
                  <a:pt x="1022220" y="0"/>
                </a:lnTo>
                <a:lnTo>
                  <a:pt x="1022220" y="2277927"/>
                </a:lnTo>
                <a:lnTo>
                  <a:pt x="0" y="227792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998352" y="-171450"/>
            <a:ext cx="5325821" cy="147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5"/>
              </a:lnSpc>
              <a:spcBef>
                <a:spcPct val="0"/>
              </a:spcBef>
            </a:pPr>
            <a:r>
              <a:rPr lang="en-US" sz="8560">
                <a:solidFill>
                  <a:srgbClr val="FFFFFF"/>
                </a:solidFill>
                <a:latin typeface="TT Octosquares Compressed"/>
                <a:ea typeface="TT Octosquares Compressed"/>
                <a:cs typeface="TT Octosquares Compressed"/>
                <a:sym typeface="TT Octosquares Compressed"/>
              </a:rPr>
              <a:t>WIRE-FRAMES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-4518850">
            <a:off x="5878654" y="1910930"/>
            <a:ext cx="609518" cy="609518"/>
          </a:xfrm>
          <a:custGeom>
            <a:avLst/>
            <a:gdLst/>
            <a:ahLst/>
            <a:cxnLst/>
            <a:rect r="r" b="b" t="t" l="l"/>
            <a:pathLst>
              <a:path h="609518" w="609518">
                <a:moveTo>
                  <a:pt x="0" y="0"/>
                </a:moveTo>
                <a:lnTo>
                  <a:pt x="609518" y="0"/>
                </a:lnTo>
                <a:lnTo>
                  <a:pt x="609518" y="609518"/>
                </a:lnTo>
                <a:lnTo>
                  <a:pt x="0" y="60951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-4518850">
            <a:off x="7548721" y="1910930"/>
            <a:ext cx="609518" cy="609518"/>
          </a:xfrm>
          <a:custGeom>
            <a:avLst/>
            <a:gdLst/>
            <a:ahLst/>
            <a:cxnLst/>
            <a:rect r="r" b="b" t="t" l="l"/>
            <a:pathLst>
              <a:path h="609518" w="609518">
                <a:moveTo>
                  <a:pt x="0" y="0"/>
                </a:moveTo>
                <a:lnTo>
                  <a:pt x="609518" y="0"/>
                </a:lnTo>
                <a:lnTo>
                  <a:pt x="609518" y="609518"/>
                </a:lnTo>
                <a:lnTo>
                  <a:pt x="0" y="60951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4518850">
            <a:off x="9317584" y="1910930"/>
            <a:ext cx="609518" cy="609518"/>
          </a:xfrm>
          <a:custGeom>
            <a:avLst/>
            <a:gdLst/>
            <a:ahLst/>
            <a:cxnLst/>
            <a:rect r="r" b="b" t="t" l="l"/>
            <a:pathLst>
              <a:path h="609518" w="609518">
                <a:moveTo>
                  <a:pt x="0" y="0"/>
                </a:moveTo>
                <a:lnTo>
                  <a:pt x="609518" y="0"/>
                </a:lnTo>
                <a:lnTo>
                  <a:pt x="609518" y="609518"/>
                </a:lnTo>
                <a:lnTo>
                  <a:pt x="0" y="60951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DAHApX7j9v4</dc:identifier>
  <dcterms:modified xsi:type="dcterms:W3CDTF">2011-08-01T06:04:30Z</dcterms:modified>
  <cp:revision>1</cp:revision>
  <dc:title>travel ops</dc:title>
</cp:coreProperties>
</file>